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1"/>
  </p:notesMasterIdLst>
  <p:sldIdLst>
    <p:sldId id="290" r:id="rId2"/>
    <p:sldId id="291" r:id="rId3"/>
    <p:sldId id="292" r:id="rId4"/>
    <p:sldId id="293" r:id="rId5"/>
    <p:sldId id="294" r:id="rId6"/>
    <p:sldId id="295" r:id="rId7"/>
    <p:sldId id="296" r:id="rId8"/>
    <p:sldId id="297" r:id="rId9"/>
    <p:sldId id="298" r:id="rId10"/>
    <p:sldId id="299" r:id="rId11"/>
    <p:sldId id="300" r:id="rId12"/>
    <p:sldId id="301" r:id="rId13"/>
    <p:sldId id="302" r:id="rId14"/>
    <p:sldId id="304" r:id="rId15"/>
    <p:sldId id="305" r:id="rId16"/>
    <p:sldId id="306" r:id="rId17"/>
    <p:sldId id="307" r:id="rId18"/>
    <p:sldId id="308" r:id="rId19"/>
    <p:sldId id="309" r:id="rId20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7" roundtripDataSignature="AMtx7mjt3491jQ7aCoyIz2WXeHKroE7tp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597DED7-87E9-8FFE-C42B-07F44890EE69}" v="36" dt="2026-07-14T12:42:56.737"/>
  </p1510:revLst>
</p1510:revInfo>
</file>

<file path=ppt/tableStyles.xml><?xml version="1.0" encoding="utf-8"?>
<a:tblStyleLst xmlns:a="http://schemas.openxmlformats.org/drawingml/2006/main" def="{0AAD8F4D-43EB-41E5-8A38-28AB6DFB1B60}">
  <a:tblStyle styleId="{0AAD8F4D-43EB-41E5-8A38-28AB6DFB1B6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629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32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7" Type="http://customschemas.google.com/relationships/presentationmetadata" Target="metadata"/><Relationship Id="rId30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man Shrivastava" userId="S::ashrivastava@edunetfoundation.org::c21995ab-fa37-4cde-b5a3-dec0fb9e9a10" providerId="AD" clId="Web-{088AD18C-7811-B1E2-9ED5-57A1A5542DF6}"/>
    <pc:docChg chg="addSld delSld modSld sldOrd">
      <pc:chgData name="Aman Shrivastava" userId="S::ashrivastava@edunetfoundation.org::c21995ab-fa37-4cde-b5a3-dec0fb9e9a10" providerId="AD" clId="Web-{088AD18C-7811-B1E2-9ED5-57A1A5542DF6}" dt="2026-06-19T06:28:44.546" v="262"/>
      <pc:docMkLst>
        <pc:docMk/>
      </pc:docMkLst>
      <pc:sldChg chg="addSp delSp modSp">
        <pc:chgData name="Aman Shrivastava" userId="S::ashrivastava@edunetfoundation.org::c21995ab-fa37-4cde-b5a3-dec0fb9e9a10" providerId="AD" clId="Web-{088AD18C-7811-B1E2-9ED5-57A1A5542DF6}" dt="2026-06-19T06:24:33.481" v="246"/>
        <pc:sldMkLst>
          <pc:docMk/>
          <pc:sldMk cId="0" sldId="257"/>
        </pc:sldMkLst>
        <pc:spChg chg="add mod">
          <ac:chgData name="Aman Shrivastava" userId="S::ashrivastava@edunetfoundation.org::c21995ab-fa37-4cde-b5a3-dec0fb9e9a10" providerId="AD" clId="Web-{088AD18C-7811-B1E2-9ED5-57A1A5542DF6}" dt="2026-06-19T06:23:34.731" v="211" actId="20577"/>
          <ac:spMkLst>
            <pc:docMk/>
            <pc:sldMk cId="0" sldId="257"/>
            <ac:spMk id="3" creationId="{B0B023FA-CFEB-ACE9-8425-7E72E307CDC5}"/>
          </ac:spMkLst>
        </pc:spChg>
      </pc:sldChg>
      <pc:sldChg chg="addSp delSp modSp">
        <pc:chgData name="Aman Shrivastava" userId="S::ashrivastava@edunetfoundation.org::c21995ab-fa37-4cde-b5a3-dec0fb9e9a10" providerId="AD" clId="Web-{088AD18C-7811-B1E2-9ED5-57A1A5542DF6}" dt="2026-06-19T06:15:34.945" v="78" actId="1076"/>
        <pc:sldMkLst>
          <pc:docMk/>
          <pc:sldMk cId="0" sldId="262"/>
        </pc:sldMkLst>
        <pc:picChg chg="add mod">
          <ac:chgData name="Aman Shrivastava" userId="S::ashrivastava@edunetfoundation.org::c21995ab-fa37-4cde-b5a3-dec0fb9e9a10" providerId="AD" clId="Web-{088AD18C-7811-B1E2-9ED5-57A1A5542DF6}" dt="2026-06-19T06:15:34.945" v="78" actId="1076"/>
          <ac:picMkLst>
            <pc:docMk/>
            <pc:sldMk cId="0" sldId="262"/>
            <ac:picMk id="3" creationId="{81932CE2-F219-0CA8-0102-55B8C682B8A2}"/>
          </ac:picMkLst>
        </pc:picChg>
      </pc:sldChg>
      <pc:sldChg chg="addSp delSp modSp">
        <pc:chgData name="Aman Shrivastava" userId="S::ashrivastava@edunetfoundation.org::c21995ab-fa37-4cde-b5a3-dec0fb9e9a10" providerId="AD" clId="Web-{088AD18C-7811-B1E2-9ED5-57A1A5542DF6}" dt="2026-06-19T06:25:36.169" v="257" actId="20577"/>
        <pc:sldMkLst>
          <pc:docMk/>
          <pc:sldMk cId="2115484872" sldId="277"/>
        </pc:sldMkLst>
        <pc:spChg chg="add mod">
          <ac:chgData name="Aman Shrivastava" userId="S::ashrivastava@edunetfoundation.org::c21995ab-fa37-4cde-b5a3-dec0fb9e9a10" providerId="AD" clId="Web-{088AD18C-7811-B1E2-9ED5-57A1A5542DF6}" dt="2026-06-19T06:25:32.075" v="255" actId="20577"/>
          <ac:spMkLst>
            <pc:docMk/>
            <pc:sldMk cId="2115484872" sldId="277"/>
            <ac:spMk id="14" creationId="{7B8E599E-5B1D-59CD-4F1D-CEF8D0CA327B}"/>
          </ac:spMkLst>
        </pc:spChg>
        <pc:spChg chg="add mod">
          <ac:chgData name="Aman Shrivastava" userId="S::ashrivastava@edunetfoundation.org::c21995ab-fa37-4cde-b5a3-dec0fb9e9a10" providerId="AD" clId="Web-{088AD18C-7811-B1E2-9ED5-57A1A5542DF6}" dt="2026-06-19T06:25:36.169" v="257" actId="20577"/>
          <ac:spMkLst>
            <pc:docMk/>
            <pc:sldMk cId="2115484872" sldId="277"/>
            <ac:spMk id="15" creationId="{B22EA981-5113-2D05-C1A2-169306E1D47C}"/>
          </ac:spMkLst>
        </pc:spChg>
        <pc:picChg chg="add mod">
          <ac:chgData name="Aman Shrivastava" userId="S::ashrivastava@edunetfoundation.org::c21995ab-fa37-4cde-b5a3-dec0fb9e9a10" providerId="AD" clId="Web-{088AD18C-7811-B1E2-9ED5-57A1A5542DF6}" dt="2026-06-19T06:25:26.403" v="253" actId="1076"/>
          <ac:picMkLst>
            <pc:docMk/>
            <pc:sldMk cId="2115484872" sldId="277"/>
            <ac:picMk id="12" creationId="{3E29AF1D-88C4-87E5-74DF-4E97121E06CE}"/>
          </ac:picMkLst>
        </pc:picChg>
        <pc:picChg chg="add mod">
          <ac:chgData name="Aman Shrivastava" userId="S::ashrivastava@edunetfoundation.org::c21995ab-fa37-4cde-b5a3-dec0fb9e9a10" providerId="AD" clId="Web-{088AD18C-7811-B1E2-9ED5-57A1A5542DF6}" dt="2026-06-19T06:25:26.403" v="254" actId="1076"/>
          <ac:picMkLst>
            <pc:docMk/>
            <pc:sldMk cId="2115484872" sldId="277"/>
            <ac:picMk id="13" creationId="{C81444F5-0692-DD67-1759-70821E53B029}"/>
          </ac:picMkLst>
        </pc:picChg>
      </pc:sldChg>
      <pc:sldChg chg="addSp delSp modSp add del ord">
        <pc:chgData name="Aman Shrivastava" userId="S::ashrivastava@edunetfoundation.org::c21995ab-fa37-4cde-b5a3-dec0fb9e9a10" providerId="AD" clId="Web-{088AD18C-7811-B1E2-9ED5-57A1A5542DF6}" dt="2026-06-19T06:28:44.546" v="262"/>
        <pc:sldMkLst>
          <pc:docMk/>
          <pc:sldMk cId="3764405840" sldId="278"/>
        </pc:sldMkLst>
        <pc:spChg chg="add del mod">
          <ac:chgData name="Aman Shrivastava" userId="S::ashrivastava@edunetfoundation.org::c21995ab-fa37-4cde-b5a3-dec0fb9e9a10" providerId="AD" clId="Web-{088AD18C-7811-B1E2-9ED5-57A1A5542DF6}" dt="2026-06-19T06:06:19.065" v="68" actId="20577"/>
          <ac:spMkLst>
            <pc:docMk/>
            <pc:sldMk cId="3764405840" sldId="278"/>
            <ac:spMk id="2" creationId="{151FBD4A-3273-E454-091D-D5B0678FC299}"/>
          </ac:spMkLst>
        </pc:spChg>
      </pc:sldChg>
      <pc:sldChg chg="addSp delSp modSp">
        <pc:chgData name="Aman Shrivastava" userId="S::ashrivastava@edunetfoundation.org::c21995ab-fa37-4cde-b5a3-dec0fb9e9a10" providerId="AD" clId="Web-{088AD18C-7811-B1E2-9ED5-57A1A5542DF6}" dt="2026-06-19T06:11:15.349" v="75" actId="1076"/>
        <pc:sldMkLst>
          <pc:docMk/>
          <pc:sldMk cId="2772501912" sldId="279"/>
        </pc:sldMkLst>
        <pc:picChg chg="add mod">
          <ac:chgData name="Aman Shrivastava" userId="S::ashrivastava@edunetfoundation.org::c21995ab-fa37-4cde-b5a3-dec0fb9e9a10" providerId="AD" clId="Web-{088AD18C-7811-B1E2-9ED5-57A1A5542DF6}" dt="2026-06-19T06:11:15.349" v="75" actId="1076"/>
          <ac:picMkLst>
            <pc:docMk/>
            <pc:sldMk cId="2772501912" sldId="279"/>
            <ac:picMk id="4" creationId="{C597681A-DF93-B190-DD21-CBAEDA4E3CBF}"/>
          </ac:picMkLst>
        </pc:picChg>
      </pc:sldChg>
      <pc:sldChg chg="addSp delSp ord">
        <pc:chgData name="Aman Shrivastava" userId="S::ashrivastava@edunetfoundation.org::c21995ab-fa37-4cde-b5a3-dec0fb9e9a10" providerId="AD" clId="Web-{088AD18C-7811-B1E2-9ED5-57A1A5542DF6}" dt="2026-06-19T06:27:30.076" v="259"/>
        <pc:sldMkLst>
          <pc:docMk/>
          <pc:sldMk cId="2605851928" sldId="287"/>
        </pc:sldMkLst>
      </pc:sldChg>
      <pc:sldChg chg="addSp delSp modSp new">
        <pc:chgData name="Aman Shrivastava" userId="S::ashrivastava@edunetfoundation.org::c21995ab-fa37-4cde-b5a3-dec0fb9e9a10" providerId="AD" clId="Web-{088AD18C-7811-B1E2-9ED5-57A1A5542DF6}" dt="2026-06-19T05:49:31.148" v="36" actId="20577"/>
        <pc:sldMkLst>
          <pc:docMk/>
          <pc:sldMk cId="1229047658" sldId="288"/>
        </pc:sldMkLst>
        <pc:spChg chg="add mod">
          <ac:chgData name="Aman Shrivastava" userId="S::ashrivastava@edunetfoundation.org::c21995ab-fa37-4cde-b5a3-dec0fb9e9a10" providerId="AD" clId="Web-{088AD18C-7811-B1E2-9ED5-57A1A5542DF6}" dt="2026-06-19T05:49:31.148" v="36" actId="20577"/>
          <ac:spMkLst>
            <pc:docMk/>
            <pc:sldMk cId="1229047658" sldId="288"/>
            <ac:spMk id="6" creationId="{3F1C7BCA-5DD7-F4D3-A937-D1C56976DA01}"/>
          </ac:spMkLst>
        </pc:spChg>
      </pc:sldChg>
    </pc:docChg>
  </pc:docChgLst>
  <pc:docChgLst>
    <pc:chgData name="Aman Shrivastava" userId="S::ashrivastava@edunetfoundation.org::c21995ab-fa37-4cde-b5a3-dec0fb9e9a10" providerId="AD" clId="Web-{E27D249D-B118-0810-7731-E1B1C378D9D3}"/>
    <pc:docChg chg="modSld">
      <pc:chgData name="Aman Shrivastava" userId="S::ashrivastava@edunetfoundation.org::c21995ab-fa37-4cde-b5a3-dec0fb9e9a10" providerId="AD" clId="Web-{E27D249D-B118-0810-7731-E1B1C378D9D3}" dt="2026-06-19T09:09:54.163" v="1" actId="20577"/>
      <pc:docMkLst>
        <pc:docMk/>
      </pc:docMkLst>
      <pc:sldChg chg="modSp">
        <pc:chgData name="Aman Shrivastava" userId="S::ashrivastava@edunetfoundation.org::c21995ab-fa37-4cde-b5a3-dec0fb9e9a10" providerId="AD" clId="Web-{E27D249D-B118-0810-7731-E1B1C378D9D3}" dt="2026-06-19T09:09:54.163" v="1" actId="20577"/>
        <pc:sldMkLst>
          <pc:docMk/>
          <pc:sldMk cId="3764405840" sldId="278"/>
        </pc:sldMkLst>
        <pc:spChg chg="mod">
          <ac:chgData name="Aman Shrivastava" userId="S::ashrivastava@edunetfoundation.org::c21995ab-fa37-4cde-b5a3-dec0fb9e9a10" providerId="AD" clId="Web-{E27D249D-B118-0810-7731-E1B1C378D9D3}" dt="2026-06-19T09:09:54.163" v="1" actId="20577"/>
          <ac:spMkLst>
            <pc:docMk/>
            <pc:sldMk cId="3764405840" sldId="278"/>
            <ac:spMk id="3" creationId="{4A7608B5-9906-EFCF-959A-E89FC2E3EE19}"/>
          </ac:spMkLst>
        </pc:spChg>
      </pc:sldChg>
    </pc:docChg>
  </pc:docChgLst>
  <pc:docChgLst>
    <pc:chgData name="Bhupesh Vyankat Ther" userId="S::bvther@edunetfoundation.org::3dcf1697-dd97-45f9-859f-b5bba4487417" providerId="AD" clId="Web-{9DDCDCB8-E336-06C9-9BC1-C212CD122CD0}"/>
    <pc:docChg chg="modSld">
      <pc:chgData name="Bhupesh Vyankat Ther" userId="S::bvther@edunetfoundation.org::3dcf1697-dd97-45f9-859f-b5bba4487417" providerId="AD" clId="Web-{9DDCDCB8-E336-06C9-9BC1-C212CD122CD0}" dt="2026-06-23T04:41:50.196" v="0" actId="1076"/>
      <pc:docMkLst>
        <pc:docMk/>
      </pc:docMkLst>
      <pc:sldChg chg="modSp">
        <pc:chgData name="Bhupesh Vyankat Ther" userId="S::bvther@edunetfoundation.org::3dcf1697-dd97-45f9-859f-b5bba4487417" providerId="AD" clId="Web-{9DDCDCB8-E336-06C9-9BC1-C212CD122CD0}" dt="2026-06-23T04:41:50.196" v="0" actId="1076"/>
        <pc:sldMkLst>
          <pc:docMk/>
          <pc:sldMk cId="1229047658" sldId="288"/>
        </pc:sldMkLst>
        <pc:picChg chg="mod">
          <ac:chgData name="Bhupesh Vyankat Ther" userId="S::bvther@edunetfoundation.org::3dcf1697-dd97-45f9-859f-b5bba4487417" providerId="AD" clId="Web-{9DDCDCB8-E336-06C9-9BC1-C212CD122CD0}" dt="2026-06-23T04:41:50.196" v="0" actId="1076"/>
          <ac:picMkLst>
            <pc:docMk/>
            <pc:sldMk cId="1229047658" sldId="288"/>
            <ac:picMk id="4" creationId="{A037CFD0-B7FF-D9BE-3433-88E5844EF332}"/>
          </ac:picMkLst>
        </pc:picChg>
      </pc:sldChg>
    </pc:docChg>
  </pc:docChgLst>
  <pc:docChgLst>
    <pc:chgData name="Aswini Kumar Motapothula" userId="S::aswinikumar@edunetfoundation.org::8849ae8d-bc89-4217-899c-9440ffcae5bb" providerId="AD" clId="Web-{5597DED7-87E9-8FFE-C42B-07F44890EE69}"/>
    <pc:docChg chg="addSld delSld">
      <pc:chgData name="Aswini Kumar Motapothula" userId="S::aswinikumar@edunetfoundation.org::8849ae8d-bc89-4217-899c-9440ffcae5bb" providerId="AD" clId="Web-{5597DED7-87E9-8FFE-C42B-07F44890EE69}" dt="2026-07-14T12:42:56.737" v="35"/>
      <pc:docMkLst>
        <pc:docMk/>
      </pc:docMkLst>
      <pc:sldChg chg="del">
        <pc:chgData name="Aswini Kumar Motapothula" userId="S::aswinikumar@edunetfoundation.org::8849ae8d-bc89-4217-899c-9440ffcae5bb" providerId="AD" clId="Web-{5597DED7-87E9-8FFE-C42B-07F44890EE69}" dt="2026-07-14T12:42:56.737" v="35"/>
        <pc:sldMkLst>
          <pc:docMk/>
          <pc:sldMk cId="0" sldId="257"/>
        </pc:sldMkLst>
      </pc:sldChg>
      <pc:sldChg chg="del">
        <pc:chgData name="Aswini Kumar Motapothula" userId="S::aswinikumar@edunetfoundation.org::8849ae8d-bc89-4217-899c-9440ffcae5bb" providerId="AD" clId="Web-{5597DED7-87E9-8FFE-C42B-07F44890EE69}" dt="2026-07-14T12:42:56.737" v="29"/>
        <pc:sldMkLst>
          <pc:docMk/>
          <pc:sldMk cId="0" sldId="262"/>
        </pc:sldMkLst>
      </pc:sldChg>
      <pc:sldChg chg="del">
        <pc:chgData name="Aswini Kumar Motapothula" userId="S::aswinikumar@edunetfoundation.org::8849ae8d-bc89-4217-899c-9440ffcae5bb" providerId="AD" clId="Web-{5597DED7-87E9-8FFE-C42B-07F44890EE69}" dt="2026-07-14T12:42:56.737" v="28"/>
        <pc:sldMkLst>
          <pc:docMk/>
          <pc:sldMk cId="0" sldId="264"/>
        </pc:sldMkLst>
      </pc:sldChg>
      <pc:sldChg chg="del">
        <pc:chgData name="Aswini Kumar Motapothula" userId="S::aswinikumar@edunetfoundation.org::8849ae8d-bc89-4217-899c-9440ffcae5bb" providerId="AD" clId="Web-{5597DED7-87E9-8FFE-C42B-07F44890EE69}" dt="2026-07-14T12:42:56.721" v="21"/>
        <pc:sldMkLst>
          <pc:docMk/>
          <pc:sldMk cId="0" sldId="276"/>
        </pc:sldMkLst>
      </pc:sldChg>
      <pc:sldChg chg="del">
        <pc:chgData name="Aswini Kumar Motapothula" userId="S::aswinikumar@edunetfoundation.org::8849ae8d-bc89-4217-899c-9440ffcae5bb" providerId="AD" clId="Web-{5597DED7-87E9-8FFE-C42B-07F44890EE69}" dt="2026-07-14T12:42:56.737" v="27"/>
        <pc:sldMkLst>
          <pc:docMk/>
          <pc:sldMk cId="2115484872" sldId="277"/>
        </pc:sldMkLst>
      </pc:sldChg>
      <pc:sldChg chg="del">
        <pc:chgData name="Aswini Kumar Motapothula" userId="S::aswinikumar@edunetfoundation.org::8849ae8d-bc89-4217-899c-9440ffcae5bb" providerId="AD" clId="Web-{5597DED7-87E9-8FFE-C42B-07F44890EE69}" dt="2026-07-14T12:42:56.737" v="32"/>
        <pc:sldMkLst>
          <pc:docMk/>
          <pc:sldMk cId="3764405840" sldId="278"/>
        </pc:sldMkLst>
      </pc:sldChg>
      <pc:sldChg chg="del">
        <pc:chgData name="Aswini Kumar Motapothula" userId="S::aswinikumar@edunetfoundation.org::8849ae8d-bc89-4217-899c-9440ffcae5bb" providerId="AD" clId="Web-{5597DED7-87E9-8FFE-C42B-07F44890EE69}" dt="2026-07-14T12:42:56.737" v="30"/>
        <pc:sldMkLst>
          <pc:docMk/>
          <pc:sldMk cId="2772501912" sldId="279"/>
        </pc:sldMkLst>
      </pc:sldChg>
      <pc:sldChg chg="del">
        <pc:chgData name="Aswini Kumar Motapothula" userId="S::aswinikumar@edunetfoundation.org::8849ae8d-bc89-4217-899c-9440ffcae5bb" providerId="AD" clId="Web-{5597DED7-87E9-8FFE-C42B-07F44890EE69}" dt="2026-07-14T12:42:56.721" v="24"/>
        <pc:sldMkLst>
          <pc:docMk/>
          <pc:sldMk cId="2136706720" sldId="280"/>
        </pc:sldMkLst>
      </pc:sldChg>
      <pc:sldChg chg="del">
        <pc:chgData name="Aswini Kumar Motapothula" userId="S::aswinikumar@edunetfoundation.org::8849ae8d-bc89-4217-899c-9440ffcae5bb" providerId="AD" clId="Web-{5597DED7-87E9-8FFE-C42B-07F44890EE69}" dt="2026-07-14T12:42:56.737" v="31"/>
        <pc:sldMkLst>
          <pc:docMk/>
          <pc:sldMk cId="328526394" sldId="281"/>
        </pc:sldMkLst>
      </pc:sldChg>
      <pc:sldChg chg="del">
        <pc:chgData name="Aswini Kumar Motapothula" userId="S::aswinikumar@edunetfoundation.org::8849ae8d-bc89-4217-899c-9440ffcae5bb" providerId="AD" clId="Web-{5597DED7-87E9-8FFE-C42B-07F44890EE69}" dt="2026-07-14T12:42:56.737" v="34"/>
        <pc:sldMkLst>
          <pc:docMk/>
          <pc:sldMk cId="2952584201" sldId="282"/>
        </pc:sldMkLst>
      </pc:sldChg>
      <pc:sldChg chg="del">
        <pc:chgData name="Aswini Kumar Motapothula" userId="S::aswinikumar@edunetfoundation.org::8849ae8d-bc89-4217-899c-9440ffcae5bb" providerId="AD" clId="Web-{5597DED7-87E9-8FFE-C42B-07F44890EE69}" dt="2026-07-14T12:42:42.455" v="20"/>
        <pc:sldMkLst>
          <pc:docMk/>
          <pc:sldMk cId="957564641" sldId="283"/>
        </pc:sldMkLst>
      </pc:sldChg>
      <pc:sldChg chg="del">
        <pc:chgData name="Aswini Kumar Motapothula" userId="S::aswinikumar@edunetfoundation.org::8849ae8d-bc89-4217-899c-9440ffcae5bb" providerId="AD" clId="Web-{5597DED7-87E9-8FFE-C42B-07F44890EE69}" dt="2026-07-14T12:42:56.737" v="33"/>
        <pc:sldMkLst>
          <pc:docMk/>
          <pc:sldMk cId="2290294991" sldId="285"/>
        </pc:sldMkLst>
      </pc:sldChg>
      <pc:sldChg chg="del">
        <pc:chgData name="Aswini Kumar Motapothula" userId="S::aswinikumar@edunetfoundation.org::8849ae8d-bc89-4217-899c-9440ffcae5bb" providerId="AD" clId="Web-{5597DED7-87E9-8FFE-C42B-07F44890EE69}" dt="2026-07-14T12:42:56.737" v="26"/>
        <pc:sldMkLst>
          <pc:docMk/>
          <pc:sldMk cId="917964102" sldId="286"/>
        </pc:sldMkLst>
      </pc:sldChg>
      <pc:sldChg chg="del">
        <pc:chgData name="Aswini Kumar Motapothula" userId="S::aswinikumar@edunetfoundation.org::8849ae8d-bc89-4217-899c-9440ffcae5bb" providerId="AD" clId="Web-{5597DED7-87E9-8FFE-C42B-07F44890EE69}" dt="2026-07-14T12:42:56.721" v="25"/>
        <pc:sldMkLst>
          <pc:docMk/>
          <pc:sldMk cId="2605851928" sldId="287"/>
        </pc:sldMkLst>
      </pc:sldChg>
      <pc:sldChg chg="del">
        <pc:chgData name="Aswini Kumar Motapothula" userId="S::aswinikumar@edunetfoundation.org::8849ae8d-bc89-4217-899c-9440ffcae5bb" providerId="AD" clId="Web-{5597DED7-87E9-8FFE-C42B-07F44890EE69}" dt="2026-07-14T12:42:56.721" v="23"/>
        <pc:sldMkLst>
          <pc:docMk/>
          <pc:sldMk cId="1229047658" sldId="288"/>
        </pc:sldMkLst>
      </pc:sldChg>
      <pc:sldChg chg="del">
        <pc:chgData name="Aswini Kumar Motapothula" userId="S::aswinikumar@edunetfoundation.org::8849ae8d-bc89-4217-899c-9440ffcae5bb" providerId="AD" clId="Web-{5597DED7-87E9-8FFE-C42B-07F44890EE69}" dt="2026-07-14T12:42:56.721" v="22"/>
        <pc:sldMkLst>
          <pc:docMk/>
          <pc:sldMk cId="2506610743" sldId="289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28.157" v="0"/>
        <pc:sldMkLst>
          <pc:docMk/>
          <pc:sldMk cId="3828559527" sldId="290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28.204" v="1"/>
        <pc:sldMkLst>
          <pc:docMk/>
          <pc:sldMk cId="952317876" sldId="291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28.266" v="2"/>
        <pc:sldMkLst>
          <pc:docMk/>
          <pc:sldMk cId="261653373" sldId="292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28.313" v="3"/>
        <pc:sldMkLst>
          <pc:docMk/>
          <pc:sldMk cId="619459906" sldId="293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28.360" v="4"/>
        <pc:sldMkLst>
          <pc:docMk/>
          <pc:sldMk cId="443603904" sldId="294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28.563" v="5"/>
        <pc:sldMkLst>
          <pc:docMk/>
          <pc:sldMk cId="3114963633" sldId="295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28.735" v="6"/>
        <pc:sldMkLst>
          <pc:docMk/>
          <pc:sldMk cId="1316545553" sldId="296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28.923" v="7"/>
        <pc:sldMkLst>
          <pc:docMk/>
          <pc:sldMk cId="232371894" sldId="297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29.094" v="8"/>
        <pc:sldMkLst>
          <pc:docMk/>
          <pc:sldMk cId="445195169" sldId="298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29.235" v="9"/>
        <pc:sldMkLst>
          <pc:docMk/>
          <pc:sldMk cId="4000696967" sldId="299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29.345" v="10"/>
        <pc:sldMkLst>
          <pc:docMk/>
          <pc:sldMk cId="893417001" sldId="300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29.548" v="11"/>
        <pc:sldMkLst>
          <pc:docMk/>
          <pc:sldMk cId="1429961814" sldId="301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29.704" v="12"/>
        <pc:sldMkLst>
          <pc:docMk/>
          <pc:sldMk cId="3585092305" sldId="302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29.876" v="13"/>
        <pc:sldMkLst>
          <pc:docMk/>
          <pc:sldMk cId="2601907186" sldId="303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29.938" v="14"/>
        <pc:sldMkLst>
          <pc:docMk/>
          <pc:sldMk cId="2325282270" sldId="304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29.970" v="15"/>
        <pc:sldMkLst>
          <pc:docMk/>
          <pc:sldMk cId="4040412275" sldId="305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30.016" v="16"/>
        <pc:sldMkLst>
          <pc:docMk/>
          <pc:sldMk cId="740028465" sldId="306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30.157" v="17"/>
        <pc:sldMkLst>
          <pc:docMk/>
          <pc:sldMk cId="2833482715" sldId="307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30.282" v="18"/>
        <pc:sldMkLst>
          <pc:docMk/>
          <pc:sldMk cId="4175177701" sldId="308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30.391" v="19"/>
        <pc:sldMkLst>
          <pc:docMk/>
          <pc:sldMk cId="1440137342" sldId="309"/>
        </pc:sldMkLst>
      </pc:sldChg>
    </pc:docChg>
  </pc:docChgLst>
  <pc:docChgLst>
    <pc:chgData name="Aswini Kumar Motapothula" userId="S::aswinikumar@edunetfoundation.org::8849ae8d-bc89-4217-899c-9440ffcae5bb" providerId="AD" clId="Web-{0037A25B-DA5D-A37C-3B36-7F0977405ABF}"/>
    <pc:docChg chg="addSld modSld">
      <pc:chgData name="Aswini Kumar Motapothula" userId="S::aswinikumar@edunetfoundation.org::8849ae8d-bc89-4217-899c-9440ffcae5bb" providerId="AD" clId="Web-{0037A25B-DA5D-A37C-3B36-7F0977405ABF}" dt="2026-06-19T05:59:39.887" v="95" actId="20577"/>
      <pc:docMkLst>
        <pc:docMk/>
      </pc:docMkLst>
      <pc:sldChg chg="addSp delSp modSp">
        <pc:chgData name="Aswini Kumar Motapothula" userId="S::aswinikumar@edunetfoundation.org::8849ae8d-bc89-4217-899c-9440ffcae5bb" providerId="AD" clId="Web-{0037A25B-DA5D-A37C-3B36-7F0977405ABF}" dt="2026-06-19T05:59:39.887" v="95" actId="20577"/>
        <pc:sldMkLst>
          <pc:docMk/>
          <pc:sldMk cId="1229047658" sldId="288"/>
        </pc:sldMkLst>
        <pc:spChg chg="add mod">
          <ac:chgData name="Aswini Kumar Motapothula" userId="S::aswinikumar@edunetfoundation.org::8849ae8d-bc89-4217-899c-9440ffcae5bb" providerId="AD" clId="Web-{0037A25B-DA5D-A37C-3B36-7F0977405ABF}" dt="2026-06-19T05:59:39.887" v="95" actId="20577"/>
          <ac:spMkLst>
            <pc:docMk/>
            <pc:sldMk cId="1229047658" sldId="288"/>
            <ac:spMk id="3" creationId="{4837D5EE-379B-FDC5-0854-8AC81D31FADF}"/>
          </ac:spMkLst>
        </pc:spChg>
      </pc:sldChg>
      <pc:sldChg chg="addSp delSp modSp new">
        <pc:chgData name="Aswini Kumar Motapothula" userId="S::aswinikumar@edunetfoundation.org::8849ae8d-bc89-4217-899c-9440ffcae5bb" providerId="AD" clId="Web-{0037A25B-DA5D-A37C-3B36-7F0977405ABF}" dt="2026-06-19T05:55:38.278" v="91" actId="1076"/>
        <pc:sldMkLst>
          <pc:docMk/>
          <pc:sldMk cId="2506610743" sldId="289"/>
        </pc:sldMkLst>
        <pc:spChg chg="add mod">
          <ac:chgData name="Aswini Kumar Motapothula" userId="S::aswinikumar@edunetfoundation.org::8849ae8d-bc89-4217-899c-9440ffcae5bb" providerId="AD" clId="Web-{0037A25B-DA5D-A37C-3B36-7F0977405ABF}" dt="2026-06-19T05:54:43.950" v="57" actId="1076"/>
          <ac:spMkLst>
            <pc:docMk/>
            <pc:sldMk cId="2506610743" sldId="289"/>
            <ac:spMk id="5" creationId="{CA8544A9-CF92-3FAF-D3EE-31DF90F7A64D}"/>
          </ac:spMkLst>
        </pc:spChg>
        <pc:spChg chg="add mod">
          <ac:chgData name="Aswini Kumar Motapothula" userId="S::aswinikumar@edunetfoundation.org::8849ae8d-bc89-4217-899c-9440ffcae5bb" providerId="AD" clId="Web-{0037A25B-DA5D-A37C-3B36-7F0977405ABF}" dt="2026-06-19T05:55:27.278" v="87" actId="20577"/>
          <ac:spMkLst>
            <pc:docMk/>
            <pc:sldMk cId="2506610743" sldId="289"/>
            <ac:spMk id="6" creationId="{C0D36B1A-26C2-CD55-1032-4CB5E4EDF305}"/>
          </ac:spMkLst>
        </pc:spChg>
        <pc:picChg chg="add mod modCrop">
          <ac:chgData name="Aswini Kumar Motapothula" userId="S::aswinikumar@edunetfoundation.org::8849ae8d-bc89-4217-899c-9440ffcae5bb" providerId="AD" clId="Web-{0037A25B-DA5D-A37C-3B36-7F0977405ABF}" dt="2026-06-19T05:55:38.278" v="91" actId="1076"/>
          <ac:picMkLst>
            <pc:docMk/>
            <pc:sldMk cId="2506610743" sldId="289"/>
            <ac:picMk id="4" creationId="{099C3698-991D-7A38-C456-893C84C23FC9}"/>
          </ac:picMkLst>
        </pc:picChg>
      </pc:sldChg>
    </pc:docChg>
  </pc:docChgLst>
  <pc:docChgLst>
    <pc:chgData name="Aman Shrivastava" userId="S::ashrivastava@edunetfoundation.org::c21995ab-fa37-4cde-b5a3-dec0fb9e9a10" providerId="AD" clId="Web-{A6B9108B-7598-1D50-C4AA-8A38026DAEEF}"/>
    <pc:docChg chg="modSld">
      <pc:chgData name="Aman Shrivastava" userId="S::ashrivastava@edunetfoundation.org::c21995ab-fa37-4cde-b5a3-dec0fb9e9a10" providerId="AD" clId="Web-{A6B9108B-7598-1D50-C4AA-8A38026DAEEF}" dt="2026-06-19T06:56:18.840" v="15" actId="20577"/>
      <pc:docMkLst>
        <pc:docMk/>
      </pc:docMkLst>
      <pc:sldChg chg="modSp">
        <pc:chgData name="Aman Shrivastava" userId="S::ashrivastava@edunetfoundation.org::c21995ab-fa37-4cde-b5a3-dec0fb9e9a10" providerId="AD" clId="Web-{A6B9108B-7598-1D50-C4AA-8A38026DAEEF}" dt="2026-06-19T06:56:18.840" v="15" actId="20577"/>
        <pc:sldMkLst>
          <pc:docMk/>
          <pc:sldMk cId="2605851928" sldId="287"/>
        </pc:sldMkLst>
        <pc:spChg chg="mod">
          <ac:chgData name="Aman Shrivastava" userId="S::ashrivastava@edunetfoundation.org::c21995ab-fa37-4cde-b5a3-dec0fb9e9a10" providerId="AD" clId="Web-{A6B9108B-7598-1D50-C4AA-8A38026DAEEF}" dt="2026-06-19T06:56:18.840" v="15" actId="20577"/>
          <ac:spMkLst>
            <pc:docMk/>
            <pc:sldMk cId="2605851928" sldId="287"/>
            <ac:spMk id="279" creationId="{3711AF54-94A6-B837-31EF-9A8C4ECB9AF6}"/>
          </ac:spMkLst>
        </pc:spChg>
      </pc:sldChg>
      <pc:sldChg chg="addSp delSp modSp">
        <pc:chgData name="Aman Shrivastava" userId="S::ashrivastava@edunetfoundation.org::c21995ab-fa37-4cde-b5a3-dec0fb9e9a10" providerId="AD" clId="Web-{A6B9108B-7598-1D50-C4AA-8A38026DAEEF}" dt="2026-06-19T06:56:04.356" v="13" actId="1076"/>
        <pc:sldMkLst>
          <pc:docMk/>
          <pc:sldMk cId="1229047658" sldId="288"/>
        </pc:sldMkLst>
        <pc:picChg chg="add mod">
          <ac:chgData name="Aman Shrivastava" userId="S::ashrivastava@edunetfoundation.org::c21995ab-fa37-4cde-b5a3-dec0fb9e9a10" providerId="AD" clId="Web-{A6B9108B-7598-1D50-C4AA-8A38026DAEEF}" dt="2026-06-19T06:56:04.356" v="13" actId="1076"/>
          <ac:picMkLst>
            <pc:docMk/>
            <pc:sldMk cId="1229047658" sldId="288"/>
            <ac:picMk id="4" creationId="{A037CFD0-B7FF-D9BE-3433-88E5844EF332}"/>
          </ac:picMkLst>
        </pc:picChg>
      </pc:sldChg>
      <pc:sldChg chg="addSp delSp modSp">
        <pc:chgData name="Aman Shrivastava" userId="S::ashrivastava@edunetfoundation.org::c21995ab-fa37-4cde-b5a3-dec0fb9e9a10" providerId="AD" clId="Web-{A6B9108B-7598-1D50-C4AA-8A38026DAEEF}" dt="2026-06-19T06:53:17.010" v="3"/>
        <pc:sldMkLst>
          <pc:docMk/>
          <pc:sldMk cId="2506610743" sldId="289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48C2B95B-FB15-C156-6AF1-35B3581816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770A13E9-BC77-63DA-E106-A3FA802281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29067B0F-2F4F-7081-A661-0AE31BFBB7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055410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E37D20EF-0791-5303-F96E-0F0C1B50B7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9DCBA8EB-6D71-7B5E-841C-4BFFBDA5F1B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5C2CD162-5BE5-06C8-E06C-B4A49D4BCFF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313540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id="{11626E4B-E119-2382-6F8F-518641144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>
            <a:extLst>
              <a:ext uri="{FF2B5EF4-FFF2-40B4-BE49-F238E27FC236}">
                <a16:creationId xmlns:a16="http://schemas.microsoft.com/office/drawing/2014/main" id="{01A6FF9F-971F-6CD8-61F5-25638A5985F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0:notes">
            <a:extLst>
              <a:ext uri="{FF2B5EF4-FFF2-40B4-BE49-F238E27FC236}">
                <a16:creationId xmlns:a16="http://schemas.microsoft.com/office/drawing/2014/main" id="{C8EB5C80-6A4B-AE05-9BE0-03B5AF5C22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827365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>
          <a:extLst>
            <a:ext uri="{FF2B5EF4-FFF2-40B4-BE49-F238E27FC236}">
              <a16:creationId xmlns:a16="http://schemas.microsoft.com/office/drawing/2014/main" id="{59B870D7-ED5B-C7CD-FB99-2991954CAA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:notes">
            <a:extLst>
              <a:ext uri="{FF2B5EF4-FFF2-40B4-BE49-F238E27FC236}">
                <a16:creationId xmlns:a16="http://schemas.microsoft.com/office/drawing/2014/main" id="{C8B270BB-F67C-52E3-249C-6FE0C237CA9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5:notes">
            <a:extLst>
              <a:ext uri="{FF2B5EF4-FFF2-40B4-BE49-F238E27FC236}">
                <a16:creationId xmlns:a16="http://schemas.microsoft.com/office/drawing/2014/main" id="{151B863E-6240-36E9-EB23-2DAA667D251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798578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279463AA-D7FA-5F7E-C4D0-06BDEDCBB9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A84E3171-2C5C-8738-5718-5608CE1B13A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E16E406D-2512-5EF2-0167-6C895346954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349666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FB18EFA4-CD13-16C4-504B-6DB7E86CE0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E8E16183-6BFA-E60A-1235-F3BFB1B1F6E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C4420B06-3455-3F20-5E28-90535F24DA2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6517532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8E9CB32A-B328-07DF-4F33-E0118C920B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8BD392DC-EA03-14B5-7A53-AC36124B41C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F90BE8D5-07EC-73D0-0A62-4778024FF05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8420779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4F18774C-544B-0071-4FA9-86D0ADEC5A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68645894-EE59-A5F4-D411-C82EB564E1C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FEE489F0-0910-6D8B-0254-C25DB088272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7735855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id="{C2F88CF5-D0C3-0228-6C1A-E849738B9B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>
            <a:extLst>
              <a:ext uri="{FF2B5EF4-FFF2-40B4-BE49-F238E27FC236}">
                <a16:creationId xmlns:a16="http://schemas.microsoft.com/office/drawing/2014/main" id="{15C41DBA-EB5E-9EB1-28D2-68EF3081A29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0:notes">
            <a:extLst>
              <a:ext uri="{FF2B5EF4-FFF2-40B4-BE49-F238E27FC236}">
                <a16:creationId xmlns:a16="http://schemas.microsoft.com/office/drawing/2014/main" id="{9AACA92E-BC74-25E5-B8D5-2E658F81C2F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5758711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A795C14E-5D6A-39A3-2018-2C72BB451B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85B8BB2F-0927-3841-AC64-CC67B503586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58797E72-A3BC-0A49-07C4-DE7FDA75236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5207868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466C47D1-19F6-52AF-3914-DD3C99058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ACA1F779-4C2B-4CD1-FBDD-A40F0A3223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40004D30-6E86-E263-D5DA-7577B1C759B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2216939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" name="Google Shape;305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2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2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2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2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3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3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3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2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97BF8-B3EC-77A2-9BFD-D66830272D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6600" b="1"/>
              <a:t>IBM University Engagement Project Submission</a:t>
            </a:r>
            <a:br>
              <a:rPr lang="en-US" b="1"/>
            </a:b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AB85A1-2169-FF43-3E91-E2E8ADA742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14730" y="3903663"/>
            <a:ext cx="10515600" cy="1500187"/>
          </a:xfrm>
        </p:spPr>
        <p:txBody>
          <a:bodyPr/>
          <a:lstStyle/>
          <a:p>
            <a:pPr algn="ctr"/>
            <a:r>
              <a:rPr lang="en-US" b="1" i="1"/>
              <a:t>“Exploring the Power of Agentic AI with IBM Granite and IBM Bob”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85595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"/>
          <p:cNvSpPr/>
          <p:nvPr/>
        </p:nvSpPr>
        <p:spPr>
          <a:xfrm>
            <a:off x="690624" y="4425370"/>
            <a:ext cx="10795794" cy="199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endParaRPr sz="15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5" name="Google Shape;95;p2"/>
          <p:cNvSpPr txBox="1"/>
          <p:nvPr/>
        </p:nvSpPr>
        <p:spPr>
          <a:xfrm>
            <a:off x="1102321" y="1174639"/>
            <a:ext cx="7426406" cy="451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Times New Roman"/>
              <a:buNone/>
            </a:pPr>
            <a:endParaRPr sz="3200" b="1" i="0" u="none" strike="noStrike" cap="non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96" name="Google Shape;96;p2"/>
          <p:cNvGraphicFramePr/>
          <p:nvPr>
            <p:extLst>
              <p:ext uri="{D42A27DB-BD31-4B8C-83A1-F6EECF244321}">
                <p14:modId xmlns:p14="http://schemas.microsoft.com/office/powerpoint/2010/main" val="2631882802"/>
              </p:ext>
            </p:extLst>
          </p:nvPr>
        </p:nvGraphicFramePr>
        <p:xfrm>
          <a:off x="1299257" y="2600315"/>
          <a:ext cx="9394989" cy="2167128"/>
        </p:xfrm>
        <a:graphic>
          <a:graphicData uri="http://schemas.openxmlformats.org/drawingml/2006/table">
            <a:tbl>
              <a:tblPr>
                <a:noFill/>
                <a:tableStyleId>{0AAD8F4D-43EB-41E5-8A38-28AB6DFB1B60}</a:tableStyleId>
              </a:tblPr>
              <a:tblGrid>
                <a:gridCol w="20648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433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4337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4337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973237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Student Name</a:t>
                      </a:r>
                      <a:endParaRPr sz="18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Recent Passport Photo</a:t>
                      </a:r>
                      <a:endParaRPr sz="1800" u="none" strike="noStrike" cap="none"/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Email ID 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Mobile number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[WhatsApp] 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93891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Ayush Kumar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/>
                    </a:p>
                  </a:txBody>
                  <a:tcPr marL="91450" marR="91450" marT="45725" marB="4572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Aspoke456@gmail.com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9716644238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A828B9EF-C084-F5D4-CA27-75AF7D995640}"/>
              </a:ext>
            </a:extLst>
          </p:cNvPr>
          <p:cNvSpPr txBox="1"/>
          <p:nvPr/>
        </p:nvSpPr>
        <p:spPr>
          <a:xfrm>
            <a:off x="1206164" y="1460724"/>
            <a:ext cx="102802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Domain of  Project – [</a:t>
            </a:r>
            <a:r>
              <a:rPr lang="en-IN" sz="2400" b="1" dirty="0">
                <a:highlight>
                  <a:srgbClr val="FFFF00"/>
                </a:highlight>
              </a:rPr>
              <a:t>Cybersecurity / Network Security</a:t>
            </a:r>
            <a:r>
              <a:rPr lang="en-US" sz="2400" b="1" dirty="0">
                <a:highlight>
                  <a:srgbClr val="FFFF00"/>
                </a:highlight>
              </a:rPr>
              <a:t>]</a:t>
            </a:r>
            <a:endParaRPr lang="en-IN" sz="2400" b="1" dirty="0">
              <a:highlight>
                <a:srgbClr val="FFFF00"/>
              </a:highlight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D723CA3-EC2D-165A-F109-3759C4E9C8A4}"/>
              </a:ext>
            </a:extLst>
          </p:cNvPr>
          <p:cNvSpPr txBox="1"/>
          <p:nvPr/>
        </p:nvSpPr>
        <p:spPr>
          <a:xfrm>
            <a:off x="1206162" y="551965"/>
            <a:ext cx="105713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Project Tile – </a:t>
            </a:r>
            <a:r>
              <a:rPr lang="en-US" sz="2400" b="1" dirty="0">
                <a:highlight>
                  <a:srgbClr val="FFFF00"/>
                </a:highlight>
              </a:rPr>
              <a:t>[</a:t>
            </a:r>
            <a:r>
              <a:rPr lang="en-IN" sz="2400" b="1" dirty="0">
                <a:highlight>
                  <a:srgbClr val="FFFF00"/>
                </a:highlight>
              </a:rPr>
              <a:t>Autonomous NIDS SOC Agent powered by IBM </a:t>
            </a:r>
            <a:r>
              <a:rPr lang="en-IN" sz="2400" b="1" dirty="0" err="1">
                <a:highlight>
                  <a:srgbClr val="FFFF00"/>
                </a:highlight>
              </a:rPr>
              <a:t>watsonx</a:t>
            </a:r>
            <a:r>
              <a:rPr lang="en-US" sz="2400" b="1" dirty="0">
                <a:highlight>
                  <a:srgbClr val="FFFF00"/>
                </a:highlight>
              </a:rPr>
              <a:t>]</a:t>
            </a:r>
            <a:endParaRPr lang="en-IN" sz="2400" b="1" dirty="0">
              <a:highlight>
                <a:srgbClr val="FFFF00"/>
              </a:highlight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0B023FA-CFEB-ACE9-8425-7E72E307CDC5}"/>
              </a:ext>
            </a:extLst>
          </p:cNvPr>
          <p:cNvSpPr txBox="1"/>
          <p:nvPr/>
        </p:nvSpPr>
        <p:spPr>
          <a:xfrm>
            <a:off x="1211005" y="5210667"/>
            <a:ext cx="6456743" cy="163121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>
                <a:solidFill>
                  <a:srgbClr val="FF0000"/>
                </a:solidFill>
              </a:rPr>
              <a:t>Recommended font style and size:</a:t>
            </a:r>
            <a:br>
              <a:rPr lang="en-US" sz="2000">
                <a:solidFill>
                  <a:srgbClr val="FF0000"/>
                </a:solidFill>
              </a:rPr>
            </a:br>
            <a:br>
              <a:rPr lang="en-US" sz="2000"/>
            </a:br>
            <a:r>
              <a:rPr lang="en-US" sz="2000">
                <a:solidFill>
                  <a:srgbClr val="FF0000"/>
                </a:solidFill>
              </a:rPr>
              <a:t>Font Style: Arial</a:t>
            </a:r>
            <a:br>
              <a:rPr lang="en-US" sz="2000">
                <a:solidFill>
                  <a:srgbClr val="FF0000"/>
                </a:solidFill>
              </a:rPr>
            </a:br>
            <a:r>
              <a:rPr lang="en-US" sz="2000">
                <a:solidFill>
                  <a:srgbClr val="FF0000"/>
                </a:solidFill>
              </a:rPr>
              <a:t>Font Size (Heading): 28</a:t>
            </a:r>
          </a:p>
          <a:p>
            <a:r>
              <a:rPr lang="en-US" sz="2000">
                <a:solidFill>
                  <a:srgbClr val="FF0000"/>
                </a:solidFill>
              </a:rPr>
              <a:t>Font Size (Content): 20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79E691E-B171-5D0F-D135-D0DB1B7016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7640" y="3598571"/>
            <a:ext cx="1168872" cy="1168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23178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F4C0A7C6-2888-EA53-35AB-4072E6B1FD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6F6745E-14BA-0766-CE1E-32E29663832D}"/>
              </a:ext>
            </a:extLst>
          </p:cNvPr>
          <p:cNvSpPr txBox="1"/>
          <p:nvPr/>
        </p:nvSpPr>
        <p:spPr>
          <a:xfrm>
            <a:off x="576072" y="1234440"/>
            <a:ext cx="10607040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endParaRPr lang="en-US" sz="1800" b="1" dirty="0"/>
          </a:p>
          <a:p>
            <a:pPr fontAlgn="base"/>
            <a:r>
              <a:rPr lang="en-US" sz="1800" b="1" dirty="0"/>
              <a:t>The Challenge</a:t>
            </a:r>
            <a:r>
              <a:rPr lang="en-US" sz="1800" dirty="0"/>
              <a:t> </a:t>
            </a:r>
          </a:p>
          <a:p>
            <a:pPr fontAlgn="base"/>
            <a:r>
              <a:rPr lang="en-IN" sz="1800" dirty="0"/>
              <a:t>Network administrators face massive volumes of traffic and struggle to identify intrusions (like DoS, Probes, or Privilege Escalation) in real-time. Manually analysing flow logs and writing secure firewall rules is time-consuming and prone to human error, leaving networks vulnerable.</a:t>
            </a:r>
            <a:endParaRPr lang="en-US" sz="1800" dirty="0"/>
          </a:p>
          <a:p>
            <a:pPr fontAlgn="base"/>
            <a:r>
              <a:rPr lang="en-US" sz="1800" b="1" dirty="0"/>
              <a:t>The Objective</a:t>
            </a:r>
            <a:r>
              <a:rPr lang="en-US" sz="1800" dirty="0"/>
              <a:t> </a:t>
            </a:r>
          </a:p>
          <a:p>
            <a:pPr lvl="0"/>
            <a:r>
              <a:rPr lang="en-IN" sz="1800" dirty="0"/>
              <a:t>Build an AI-powered Network Intrusion Detection System (NIDS) SOC Agent that delivers autonomous threat classification and mitigation for security teams. The solution should:</a:t>
            </a:r>
            <a:br>
              <a:rPr lang="en-IN" sz="1800" dirty="0"/>
            </a:br>
            <a:r>
              <a:rPr lang="en-IN" sz="1800" b="1" dirty="0"/>
              <a:t>Real-time Traffic Analysis:</a:t>
            </a:r>
            <a:r>
              <a:rPr lang="en-IN" sz="1800" dirty="0"/>
              <a:t> Classify network flow metrics (e.g., NSL-KDD features) into threat categories.</a:t>
            </a:r>
          </a:p>
          <a:p>
            <a:pPr lvl="0"/>
            <a:r>
              <a:rPr lang="en-IN" sz="1800" b="1" dirty="0"/>
              <a:t>Threat Intelligence Retrieval:</a:t>
            </a:r>
            <a:r>
              <a:rPr lang="en-IN" sz="1800" dirty="0"/>
              <a:t> Map identified attacks to the MITRE ATT&amp;CK framework.</a:t>
            </a:r>
          </a:p>
          <a:p>
            <a:pPr lvl="0"/>
            <a:r>
              <a:rPr lang="en-IN" sz="1800" b="1" dirty="0"/>
              <a:t>Automated Mitigation:</a:t>
            </a:r>
            <a:r>
              <a:rPr lang="en-IN" sz="1800" dirty="0"/>
              <a:t> Generate precise iptables firewall scripts to block malicious IPs.</a:t>
            </a:r>
          </a:p>
          <a:p>
            <a:pPr lvl="0"/>
            <a:r>
              <a:rPr lang="en-IN" sz="1800" b="1" dirty="0"/>
              <a:t>Safety Guardrails:</a:t>
            </a:r>
            <a:r>
              <a:rPr lang="en-IN" sz="1800" dirty="0"/>
              <a:t> Validate generated rules against enterprise safety policies before deployment.</a:t>
            </a:r>
          </a:p>
          <a:p>
            <a:pPr lvl="0"/>
            <a:r>
              <a:rPr lang="en-IN" sz="1800" b="1" dirty="0"/>
              <a:t>Multi-Agent System:</a:t>
            </a:r>
            <a:endParaRPr lang="en-IN" sz="1800" dirty="0"/>
          </a:p>
          <a:p>
            <a:pPr lvl="1"/>
            <a:r>
              <a:rPr lang="en-IN" sz="1800" i="1" dirty="0"/>
              <a:t>NIDS Classifier Agent</a:t>
            </a:r>
            <a:r>
              <a:rPr lang="en-IN" sz="1800" dirty="0"/>
              <a:t> (Retrieves ML predictions)</a:t>
            </a:r>
          </a:p>
          <a:p>
            <a:pPr lvl="1"/>
            <a:r>
              <a:rPr lang="en-IN" sz="1800" i="1" dirty="0"/>
              <a:t>Threat Intel Agent</a:t>
            </a:r>
            <a:r>
              <a:rPr lang="en-IN" sz="1800" dirty="0"/>
              <a:t> (Fetches MITRE context)</a:t>
            </a:r>
          </a:p>
          <a:p>
            <a:pPr lvl="1"/>
            <a:r>
              <a:rPr lang="en-IN" sz="1800" i="1" dirty="0"/>
              <a:t>Remediation Agent</a:t>
            </a:r>
            <a:r>
              <a:rPr lang="en-IN" sz="1800" dirty="0"/>
              <a:t> (Writes firewall scripts)</a:t>
            </a:r>
          </a:p>
          <a:p>
            <a:pPr lvl="1"/>
            <a:r>
              <a:rPr lang="en-IN" sz="1800" i="1" dirty="0"/>
              <a:t>Policy Guard Agent</a:t>
            </a:r>
            <a:r>
              <a:rPr lang="en-IN" sz="1800" dirty="0"/>
              <a:t> (Validates scripts for safety)</a:t>
            </a:r>
          </a:p>
          <a:p>
            <a:pPr fontAlgn="base"/>
            <a:endParaRPr lang="en-US" sz="1800" dirty="0"/>
          </a:p>
          <a:p>
            <a:endParaRPr lang="en-IN" sz="1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847FA31-EA47-D27A-9D69-AF50A3080AEC}"/>
              </a:ext>
            </a:extLst>
          </p:cNvPr>
          <p:cNvSpPr txBox="1"/>
          <p:nvPr/>
        </p:nvSpPr>
        <p:spPr>
          <a:xfrm>
            <a:off x="576072" y="704088"/>
            <a:ext cx="94183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Problem statement No.40 – Network Intrusion Detection </a:t>
            </a:r>
          </a:p>
        </p:txBody>
      </p:sp>
    </p:spTree>
    <p:extLst>
      <p:ext uri="{BB962C8B-B14F-4D97-AF65-F5344CB8AC3E}">
        <p14:creationId xmlns:p14="http://schemas.microsoft.com/office/powerpoint/2010/main" val="2616533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0471B467-61AA-7BCA-460D-43041E805F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A1BF701-ABCA-4DF0-8330-B6AF71EF8E39}"/>
              </a:ext>
            </a:extLst>
          </p:cNvPr>
          <p:cNvSpPr txBox="1"/>
          <p:nvPr/>
        </p:nvSpPr>
        <p:spPr>
          <a:xfrm>
            <a:off x="576072" y="1234440"/>
            <a:ext cx="10607040" cy="41857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IN" dirty="0"/>
              <a:t>The proposed solution is a multi-agent AI-powered SOC Assistant built using IBM Bob and IBM watsonx.ai to provide real-time, autonomous network defence.</a:t>
            </a:r>
          </a:p>
          <a:p>
            <a:pPr lvl="0"/>
            <a:endParaRPr lang="en-IN" dirty="0"/>
          </a:p>
          <a:p>
            <a:pPr lvl="0"/>
            <a:r>
              <a:rPr lang="en-IN" dirty="0"/>
              <a:t>At its core, it integrates a predictive Machine Learning model (Watson </a:t>
            </a:r>
            <a:r>
              <a:rPr lang="en-IN" dirty="0" err="1"/>
              <a:t>AutoAI</a:t>
            </a:r>
            <a:r>
              <a:rPr lang="en-IN" dirty="0"/>
              <a:t> trained on Kaggle NSL-KDD data) with an orchestration engine (LLaMA-3 via </a:t>
            </a:r>
            <a:r>
              <a:rPr lang="en-IN" dirty="0" err="1"/>
              <a:t>watsonx</a:t>
            </a:r>
            <a:r>
              <a:rPr lang="en-IN" dirty="0"/>
              <a:t>) to evaluate 41-feature network payloads.</a:t>
            </a:r>
          </a:p>
          <a:p>
            <a:pPr lvl="0"/>
            <a:endParaRPr lang="en-IN" dirty="0"/>
          </a:p>
          <a:p>
            <a:pPr lvl="0"/>
            <a:r>
              <a:rPr lang="en-IN" dirty="0"/>
              <a:t>The system consists of four key agents:</a:t>
            </a:r>
          </a:p>
          <a:p>
            <a:pPr lvl="0"/>
            <a:endParaRPr lang="en-IN" dirty="0"/>
          </a:p>
          <a:p>
            <a:pPr lvl="1"/>
            <a:r>
              <a:rPr lang="en-IN" b="1" dirty="0"/>
              <a:t>NIDS Classifier Agent:</a:t>
            </a:r>
            <a:r>
              <a:rPr lang="en-IN" dirty="0"/>
              <a:t> Retrieves live predictions from the deployed Watson </a:t>
            </a:r>
            <a:r>
              <a:rPr lang="en-IN" dirty="0" err="1"/>
              <a:t>AutoAI</a:t>
            </a:r>
            <a:r>
              <a:rPr lang="en-IN" dirty="0"/>
              <a:t> model to categorize traffic (DoS, Probe, R2L, U2R, Normal).</a:t>
            </a:r>
          </a:p>
          <a:p>
            <a:pPr lvl="1"/>
            <a:endParaRPr lang="en-IN" dirty="0"/>
          </a:p>
          <a:p>
            <a:pPr lvl="1"/>
            <a:r>
              <a:rPr lang="en-IN" b="1" dirty="0"/>
              <a:t>Threat Intel Agent:</a:t>
            </a:r>
            <a:r>
              <a:rPr lang="en-IN" dirty="0"/>
              <a:t> Queries MITRE ATT&amp;CK knowledge bases to provide context and SOC prioritization.</a:t>
            </a:r>
          </a:p>
          <a:p>
            <a:pPr lvl="1"/>
            <a:endParaRPr lang="en-IN" dirty="0"/>
          </a:p>
          <a:p>
            <a:pPr lvl="1"/>
            <a:r>
              <a:rPr lang="en-IN" b="1" dirty="0"/>
              <a:t>Remediation Agent:</a:t>
            </a:r>
            <a:r>
              <a:rPr lang="en-IN" dirty="0"/>
              <a:t> Generates custom Linux firewall mitigation scripts (iptables) targeted at the offending source IP.</a:t>
            </a:r>
          </a:p>
          <a:p>
            <a:pPr lvl="1"/>
            <a:endParaRPr lang="en-IN" dirty="0"/>
          </a:p>
          <a:p>
            <a:pPr lvl="1"/>
            <a:r>
              <a:rPr lang="en-IN" b="1" dirty="0"/>
              <a:t>Policy Guard Agent:</a:t>
            </a:r>
            <a:r>
              <a:rPr lang="en-IN" dirty="0"/>
              <a:t> Validates the generated firewall rules against enterprise safety policies to prevent self-inflicted network outages.</a:t>
            </a:r>
          </a:p>
          <a:p>
            <a:pPr lvl="1"/>
            <a:endParaRPr lang="en-IN" dirty="0"/>
          </a:p>
          <a:p>
            <a:pPr lvl="0"/>
            <a:r>
              <a:rPr lang="en-IN" dirty="0"/>
              <a:t>The interactive </a:t>
            </a:r>
            <a:r>
              <a:rPr lang="en-IN" dirty="0" err="1"/>
              <a:t>Streamlit</a:t>
            </a:r>
            <a:r>
              <a:rPr lang="en-IN" dirty="0"/>
              <a:t> chat dashboard allows users to paste raw network alerts and receive instant, validated mitigation strategies.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27F30CC-07EF-8FCC-DA00-C9212F5DAECE}"/>
              </a:ext>
            </a:extLst>
          </p:cNvPr>
          <p:cNvSpPr txBox="1"/>
          <p:nvPr/>
        </p:nvSpPr>
        <p:spPr>
          <a:xfrm>
            <a:off x="576072" y="704088"/>
            <a:ext cx="72146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/>
              <a:t>Proposed Solution -</a:t>
            </a:r>
            <a:endParaRPr lang="en-IN" sz="2400" b="1"/>
          </a:p>
        </p:txBody>
      </p:sp>
    </p:spTree>
    <p:extLst>
      <p:ext uri="{BB962C8B-B14F-4D97-AF65-F5344CB8AC3E}">
        <p14:creationId xmlns:p14="http://schemas.microsoft.com/office/powerpoint/2010/main" val="6194599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>
          <a:extLst>
            <a:ext uri="{FF2B5EF4-FFF2-40B4-BE49-F238E27FC236}">
              <a16:creationId xmlns:a16="http://schemas.microsoft.com/office/drawing/2014/main" id="{7C2A09DE-0AE2-AA94-B2C1-84FDBDB9DC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51FBD4A-3273-E454-091D-D5B0678FC299}"/>
              </a:ext>
            </a:extLst>
          </p:cNvPr>
          <p:cNvSpPr txBox="1"/>
          <p:nvPr/>
        </p:nvSpPr>
        <p:spPr>
          <a:xfrm>
            <a:off x="777240" y="484632"/>
            <a:ext cx="7123176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400" b="1"/>
              <a:t>Technology Used</a:t>
            </a:r>
            <a:endParaRPr lang="en-IN" sz="2400" b="1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A7608B5-9906-EFCF-959A-E89FC2E3EE19}"/>
              </a:ext>
            </a:extLst>
          </p:cNvPr>
          <p:cNvSpPr txBox="1"/>
          <p:nvPr/>
        </p:nvSpPr>
        <p:spPr>
          <a:xfrm>
            <a:off x="777240" y="1207008"/>
            <a:ext cx="10515600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/>
              <a:t>IBM Bob platform </a:t>
            </a:r>
            <a:r>
              <a:rPr lang="en-US" sz="1800" dirty="0"/>
              <a:t>-For designing and orchestrating multi-agent workflows visually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/>
              <a:t>IBM </a:t>
            </a:r>
            <a:r>
              <a:rPr lang="en-US" sz="1800" b="1" dirty="0" err="1"/>
              <a:t>Grainite</a:t>
            </a:r>
            <a:r>
              <a:rPr lang="en-US" sz="1800" b="1" dirty="0"/>
              <a:t> model </a:t>
            </a:r>
            <a:r>
              <a:rPr lang="en-US" sz="1800" dirty="0"/>
              <a:t>-  for </a:t>
            </a:r>
            <a:r>
              <a:rPr lang="en-US" sz="1800" dirty="0" err="1"/>
              <a:t>eg</a:t>
            </a:r>
            <a:r>
              <a:rPr lang="en-US" sz="1800" dirty="0"/>
              <a:t> – ibm-granite-3-2-8b – For natural language understanding, reasoning, and personalization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/>
              <a:t>IBM Cloud </a:t>
            </a:r>
            <a:r>
              <a:rPr lang="en-US" sz="1800" dirty="0"/>
              <a:t>– It provides the infrastructure to build, deploy, and scale the Nutrition Agent efficiently. IBM Cloud enables a </a:t>
            </a:r>
            <a:r>
              <a:rPr lang="en-US" sz="1800" b="1" dirty="0"/>
              <a:t>reliable, secure, and scalable environment</a:t>
            </a:r>
            <a:r>
              <a:rPr lang="en-US" sz="1800" dirty="0"/>
              <a:t> for deploying the Nutrition Agent.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/>
              <a:t>RAG– </a:t>
            </a:r>
            <a:r>
              <a:rPr lang="en-US" sz="1800" dirty="0"/>
              <a:t>RAG to </a:t>
            </a:r>
            <a:r>
              <a:rPr lang="en-US" sz="1800" b="1" dirty="0"/>
              <a:t>fetch real data first, then generate intelligent answers</a:t>
            </a:r>
            <a:r>
              <a:rPr lang="en-US" sz="1800" dirty="0"/>
              <a:t>, making the Nutrition Agent more trustworthy and effective.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/>
              <a:t>IBM Watsonx.ai - </a:t>
            </a:r>
            <a:r>
              <a:rPr lang="en-US" sz="1800" dirty="0"/>
              <a:t>For model deployment, embeddings, and AI governance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b="1" dirty="0"/>
              <a:t>Vector Database </a:t>
            </a:r>
            <a:r>
              <a:rPr lang="en-IN" sz="1800" dirty="0"/>
              <a:t>(FAISS/Chroma) – For RAG-based nutritional data retrieval</a:t>
            </a: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436039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>
          <a:extLst>
            <a:ext uri="{FF2B5EF4-FFF2-40B4-BE49-F238E27FC236}">
              <a16:creationId xmlns:a16="http://schemas.microsoft.com/office/drawing/2014/main" id="{CDF2A78E-5A0E-6814-8AF4-0AE54B0366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">
            <a:extLst>
              <a:ext uri="{FF2B5EF4-FFF2-40B4-BE49-F238E27FC236}">
                <a16:creationId xmlns:a16="http://schemas.microsoft.com/office/drawing/2014/main" id="{2A145802-2DD3-EEBA-7D44-210C05B98C91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>
                <a:sym typeface="Times New Roman"/>
              </a:rPr>
              <a:t>Required Files created using IBM bob -</a:t>
            </a:r>
            <a:endParaRPr sz="2400" b="1">
              <a:sym typeface="Times New Roman"/>
            </a:endParaRPr>
          </a:p>
        </p:txBody>
      </p:sp>
      <p:sp>
        <p:nvSpPr>
          <p:cNvPr id="148" name="Google Shape;148;p5">
            <a:extLst>
              <a:ext uri="{FF2B5EF4-FFF2-40B4-BE49-F238E27FC236}">
                <a16:creationId xmlns:a16="http://schemas.microsoft.com/office/drawing/2014/main" id="{69E3EADC-1EAD-7419-145C-20998925206E}"/>
              </a:ext>
            </a:extLst>
          </p:cNvPr>
          <p:cNvSpPr/>
          <p:nvPr/>
        </p:nvSpPr>
        <p:spPr>
          <a:xfrm>
            <a:off x="2264331" y="6784578"/>
            <a:ext cx="2140744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9" name="Google Shape;149;p5">
            <a:extLst>
              <a:ext uri="{FF2B5EF4-FFF2-40B4-BE49-F238E27FC236}">
                <a16:creationId xmlns:a16="http://schemas.microsoft.com/office/drawing/2014/main" id="{04E5872A-C331-C8F3-5D71-8E953BAAFE03}"/>
              </a:ext>
            </a:extLst>
          </p:cNvPr>
          <p:cNvSpPr/>
          <p:nvPr/>
        </p:nvSpPr>
        <p:spPr>
          <a:xfrm>
            <a:off x="1782604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0" name="Google Shape;150;p5">
            <a:extLst>
              <a:ext uri="{FF2B5EF4-FFF2-40B4-BE49-F238E27FC236}">
                <a16:creationId xmlns:a16="http://schemas.microsoft.com/office/drawing/2014/main" id="{76EF3801-5D99-5EFA-9AA2-AD265775E354}"/>
              </a:ext>
            </a:extLst>
          </p:cNvPr>
          <p:cNvSpPr/>
          <p:nvPr/>
        </p:nvSpPr>
        <p:spPr>
          <a:xfrm>
            <a:off x="5732383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1" name="Google Shape;151;p5">
            <a:extLst>
              <a:ext uri="{FF2B5EF4-FFF2-40B4-BE49-F238E27FC236}">
                <a16:creationId xmlns:a16="http://schemas.microsoft.com/office/drawing/2014/main" id="{DAD76A8A-9F2C-9EA9-25E9-40CD0FFAA869}"/>
              </a:ext>
            </a:extLst>
          </p:cNvPr>
          <p:cNvSpPr/>
          <p:nvPr/>
        </p:nvSpPr>
        <p:spPr>
          <a:xfrm>
            <a:off x="5077301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2" name="Google Shape;152;p5">
            <a:extLst>
              <a:ext uri="{FF2B5EF4-FFF2-40B4-BE49-F238E27FC236}">
                <a16:creationId xmlns:a16="http://schemas.microsoft.com/office/drawing/2014/main" id="{8D9C4260-2673-337C-C898-4C22E0F8FD65}"/>
              </a:ext>
            </a:extLst>
          </p:cNvPr>
          <p:cNvSpPr/>
          <p:nvPr/>
        </p:nvSpPr>
        <p:spPr>
          <a:xfrm>
            <a:off x="9027081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3" name="Google Shape;153;p5">
            <a:extLst>
              <a:ext uri="{FF2B5EF4-FFF2-40B4-BE49-F238E27FC236}">
                <a16:creationId xmlns:a16="http://schemas.microsoft.com/office/drawing/2014/main" id="{6167C3C6-3747-E373-84C3-3927C443B067}"/>
              </a:ext>
            </a:extLst>
          </p:cNvPr>
          <p:cNvSpPr/>
          <p:nvPr/>
        </p:nvSpPr>
        <p:spPr>
          <a:xfrm>
            <a:off x="8371999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D25B9F0-C849-7B80-C434-91F922D16E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302" y="686603"/>
            <a:ext cx="10409396" cy="5848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49636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CA6090C0-0478-84F9-6D20-717B6FEB73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5;p5">
            <a:extLst>
              <a:ext uri="{FF2B5EF4-FFF2-40B4-BE49-F238E27FC236}">
                <a16:creationId xmlns:a16="http://schemas.microsoft.com/office/drawing/2014/main" id="{B64CF172-D2AF-03D8-F919-AA7827A0D969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3500" b="1" i="0" u="none" strike="noStrike" cap="none">
                <a:solidFill>
                  <a:srgbClr val="051D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1" i="0" u="none" strike="noStrike" cap="none">
                <a:solidFill>
                  <a:srgbClr val="051D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IBM Bob Screenshots:</a:t>
            </a:r>
            <a:endParaRPr sz="2400" b="1">
              <a:sym typeface="Times New Roman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DB14DC4-751D-1C7C-37FB-542A104D3D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8448" y="928321"/>
            <a:ext cx="9979152" cy="5606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65455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DD63522-C9E9-A91B-B4E1-5ACC5B67EE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0419" y="295380"/>
            <a:ext cx="9692653" cy="6132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3718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5;p5">
            <a:extLst>
              <a:ext uri="{FF2B5EF4-FFF2-40B4-BE49-F238E27FC236}">
                <a16:creationId xmlns:a16="http://schemas.microsoft.com/office/drawing/2014/main" id="{78578745-3233-E2C4-2AF4-55BA57C68D3F}"/>
              </a:ext>
            </a:extLst>
          </p:cNvPr>
          <p:cNvSpPr/>
          <p:nvPr/>
        </p:nvSpPr>
        <p:spPr>
          <a:xfrm>
            <a:off x="621792" y="323239"/>
            <a:ext cx="5824727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/>
            <a:r>
              <a:rPr lang="en-US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Architecture blueprint for IBM bob:</a:t>
            </a:r>
            <a:endParaRPr lang="en-US" sz="2400" dirty="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131A01E1-FEC2-7FA1-E175-8A9ECF3C5B4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98330" y="667512"/>
            <a:ext cx="11811181" cy="6117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51951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" name="Google Shape;196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46889" y="1048621"/>
            <a:ext cx="3015343" cy="452301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84A7B44-8B20-5A39-ED43-DA98D0FC7976}"/>
              </a:ext>
            </a:extLst>
          </p:cNvPr>
          <p:cNvSpPr txBox="1"/>
          <p:nvPr/>
        </p:nvSpPr>
        <p:spPr>
          <a:xfrm>
            <a:off x="475488" y="283464"/>
            <a:ext cx="93177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Role of Agentic AI in the solution </a:t>
            </a:r>
            <a:endParaRPr lang="en-IN" sz="32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22462E8-EB3A-DA7D-44CB-4E757803A755}"/>
              </a:ext>
            </a:extLst>
          </p:cNvPr>
          <p:cNvSpPr txBox="1"/>
          <p:nvPr/>
        </p:nvSpPr>
        <p:spPr>
          <a:xfrm>
            <a:off x="475488" y="1286365"/>
            <a:ext cx="8271401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Role of Agentic AI in NIDS AGENT</a:t>
            </a:r>
          </a:p>
          <a:p>
            <a:r>
              <a:rPr lang="en-IN" sz="2000" b="1" dirty="0"/>
              <a:t>Autonomous Alert Triaging:</a:t>
            </a:r>
            <a:r>
              <a:rPr lang="en-IN" sz="2000" dirty="0"/>
              <a:t> Eliminates manual alert parsing by giving the model agency to autonomously call classification tools, cross-examine packet headers, and correlate anomalous signals.</a:t>
            </a:r>
            <a:br>
              <a:rPr lang="en-IN" sz="2000" dirty="0"/>
            </a:br>
            <a:r>
              <a:rPr lang="en-IN" sz="2000" b="1" dirty="0"/>
              <a:t>Multi-Step </a:t>
            </a:r>
            <a:r>
              <a:rPr lang="en-IN" sz="2000" b="1" dirty="0" err="1"/>
              <a:t>ReAct</a:t>
            </a:r>
            <a:r>
              <a:rPr lang="en-IN" sz="2000" b="1" dirty="0"/>
              <a:t> Iterations:</a:t>
            </a:r>
            <a:r>
              <a:rPr lang="en-IN" sz="2000" dirty="0"/>
              <a:t> Instead of static single-turn responses, the agent initiates iterative "Thought-Action-Observation" loops: identifying attack categories, querying the vector database for CVE signatures, and formulating defence actions</a:t>
            </a:r>
            <a:br>
              <a:rPr lang="en-IN" sz="2000" dirty="0"/>
            </a:br>
            <a:r>
              <a:rPr lang="en-IN" sz="2000" b="1" dirty="0"/>
              <a:t>Tool Execution Autonomy:</a:t>
            </a:r>
            <a:r>
              <a:rPr lang="en-IN" sz="2000" dirty="0"/>
              <a:t> The agent converts natural-language threat descriptions into machine-executable firewall rules (iptables, AWS Security Group updates) and validates syntax before deployment</a:t>
            </a:r>
            <a:br>
              <a:rPr lang="en-IN" sz="2000" dirty="0"/>
            </a:br>
            <a:r>
              <a:rPr lang="en-IN" sz="2000" b="1" dirty="0"/>
              <a:t>Dynamic Policy Enforcement:</a:t>
            </a:r>
            <a:r>
              <a:rPr lang="en-IN" sz="2000" dirty="0"/>
              <a:t> Leverages IBM Granite Guardian to evaluate remediation commands, ensuring the agent never isolates critical DNS, DHCP, or internal enterprise subnets.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40006969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55016524-E738-3D8C-3BB2-B0BE7C6653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D62F03A8-A8A8-CB93-006E-7173DC866F6F}"/>
              </a:ext>
            </a:extLst>
          </p:cNvPr>
          <p:cNvSpPr/>
          <p:nvPr/>
        </p:nvSpPr>
        <p:spPr>
          <a:xfrm>
            <a:off x="793192" y="341560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57142"/>
              </a:lnSpc>
              <a:buClr>
                <a:srgbClr val="051D3A"/>
              </a:buClr>
              <a:buSzPts val="3500"/>
            </a:pPr>
            <a:r>
              <a:rPr lang="en-US" sz="2400" b="1">
                <a:sym typeface="Times New Roman"/>
              </a:rPr>
              <a:t>Token Usage </a:t>
            </a:r>
            <a:endParaRPr sz="2400" b="1"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A4423EF4-BB52-2693-03DD-9F7D92D05218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FF042814-8077-DBD5-E8B6-E0D870CADB86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6A2761AF-8A54-98F2-52C2-794D9BA61C92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BD576A0-BF64-32B6-1E59-49AA2C59C5CE}"/>
              </a:ext>
            </a:extLst>
          </p:cNvPr>
          <p:cNvSpPr txBox="1"/>
          <p:nvPr/>
        </p:nvSpPr>
        <p:spPr>
          <a:xfrm>
            <a:off x="897392" y="1042133"/>
            <a:ext cx="4371171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2801 token are used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B8E599E-5B1D-59CD-4F1D-CEF8D0CA327B}"/>
              </a:ext>
            </a:extLst>
          </p:cNvPr>
          <p:cNvSpPr txBox="1"/>
          <p:nvPr/>
        </p:nvSpPr>
        <p:spPr>
          <a:xfrm>
            <a:off x="1278639" y="1718067"/>
            <a:ext cx="2743199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u="sng"/>
              <a:t>Before Prompt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22EA981-5113-2D05-C1A2-169306E1D47C}"/>
              </a:ext>
            </a:extLst>
          </p:cNvPr>
          <p:cNvSpPr txBox="1"/>
          <p:nvPr/>
        </p:nvSpPr>
        <p:spPr>
          <a:xfrm>
            <a:off x="7106828" y="1722919"/>
            <a:ext cx="2743199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u="sng"/>
              <a:t>After the Prompt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4A76D5B-BCB3-D59D-4CFB-749013FEA3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5753" y="2442520"/>
            <a:ext cx="5654447" cy="30144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BBEE451-B33D-BF40-9D28-DB080B47F4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2442520"/>
            <a:ext cx="6095999" cy="3014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34170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1863F011-FD59-2782-3732-0E3263170F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78DA0257-5105-834D-150D-50732C7248D1}"/>
              </a:ext>
            </a:extLst>
          </p:cNvPr>
          <p:cNvSpPr/>
          <p:nvPr/>
        </p:nvSpPr>
        <p:spPr>
          <a:xfrm>
            <a:off x="409144" y="112960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57142"/>
              </a:lnSpc>
              <a:buClr>
                <a:srgbClr val="051D3A"/>
              </a:buClr>
              <a:buSzPts val="3500"/>
            </a:pPr>
            <a:r>
              <a:rPr lang="en-US" sz="2400" b="1">
                <a:sym typeface="Times New Roman"/>
              </a:rPr>
              <a:t> Project Output Screenshot</a:t>
            </a:r>
            <a:endParaRPr sz="2400" b="1"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827D77C8-2496-7668-B3B3-927FD4DB704D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46BDB3C0-B0E9-3C3A-A974-6BF43591F3FC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8CB1AEC3-7C17-0CCE-61FA-643373D6AE22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CA977A3-5FA0-8FF5-E1D1-86C9ED676512}"/>
              </a:ext>
            </a:extLst>
          </p:cNvPr>
          <p:cNvSpPr txBox="1"/>
          <p:nvPr/>
        </p:nvSpPr>
        <p:spPr>
          <a:xfrm>
            <a:off x="1335024" y="1865376"/>
            <a:ext cx="683392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>
                <a:solidFill>
                  <a:srgbClr val="FF0000"/>
                </a:solidFill>
              </a:rPr>
              <a:t>Please put IBM Bob output screenshots with 2-3 prompts. </a:t>
            </a:r>
          </a:p>
          <a:p>
            <a:r>
              <a:rPr lang="en-US" sz="2000">
                <a:solidFill>
                  <a:srgbClr val="FF0000"/>
                </a:solidFill>
              </a:rPr>
              <a:t>You can take 2-3 more slides for each screenshot</a:t>
            </a:r>
            <a:endParaRPr lang="en-IN" sz="2000">
              <a:solidFill>
                <a:srgbClr val="FF0000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128D3BF-00F5-2D9E-F49F-A3D086FC44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144" y="932687"/>
            <a:ext cx="11322984" cy="5486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99618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A1254DC3-8448-76A3-8631-9484D98C80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A5DD5E73-E4F8-AB1C-5A5A-D4EBAD6FD1B8}"/>
              </a:ext>
            </a:extLst>
          </p:cNvPr>
          <p:cNvSpPr/>
          <p:nvPr/>
        </p:nvSpPr>
        <p:spPr>
          <a:xfrm>
            <a:off x="409144" y="112960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57142"/>
              </a:lnSpc>
              <a:buClr>
                <a:srgbClr val="051D3A"/>
              </a:buClr>
              <a:buSzPts val="3500"/>
            </a:pPr>
            <a:r>
              <a:rPr lang="en-US" sz="2400" b="1">
                <a:sym typeface="Times New Roman"/>
              </a:rPr>
              <a:t> Project Output Screenshot</a:t>
            </a:r>
            <a:endParaRPr sz="2400" b="1"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E6E4A7DC-3E1D-42C4-3256-8A3109D5036E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1EC4E285-5561-2096-3270-252023A42F4B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FA8B1B6D-C213-0DFE-C434-B14C5F9945F5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692D13D-6B69-03D8-BA22-587B943A2572}"/>
              </a:ext>
            </a:extLst>
          </p:cNvPr>
          <p:cNvSpPr txBox="1"/>
          <p:nvPr/>
        </p:nvSpPr>
        <p:spPr>
          <a:xfrm>
            <a:off x="1335024" y="1865376"/>
            <a:ext cx="683392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>
                <a:solidFill>
                  <a:srgbClr val="FF0000"/>
                </a:solidFill>
              </a:rPr>
              <a:t>Please put IBM Bob output screenshots with 2-3 prompts. </a:t>
            </a:r>
          </a:p>
          <a:p>
            <a:r>
              <a:rPr lang="en-US" sz="2000">
                <a:solidFill>
                  <a:srgbClr val="FF0000"/>
                </a:solidFill>
              </a:rPr>
              <a:t>You can take 2-3 more slides for each screenshot</a:t>
            </a:r>
            <a:endParaRPr lang="en-IN" sz="2000">
              <a:solidFill>
                <a:srgbClr val="FF000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771BF41-5F58-95B3-1E47-8E3EE884F6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4944" y="816977"/>
            <a:ext cx="11487912" cy="5672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50923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>
          <a:extLst>
            <a:ext uri="{FF2B5EF4-FFF2-40B4-BE49-F238E27FC236}">
              <a16:creationId xmlns:a16="http://schemas.microsoft.com/office/drawing/2014/main" id="{EEDEC80F-FA4E-F3FF-DE90-87B861D0BD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FA184BA-BCF2-3D7B-30D0-0F3CF30C161B}"/>
              </a:ext>
            </a:extLst>
          </p:cNvPr>
          <p:cNvSpPr txBox="1"/>
          <p:nvPr/>
        </p:nvSpPr>
        <p:spPr>
          <a:xfrm>
            <a:off x="777240" y="484632"/>
            <a:ext cx="71231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Novelty and Uniqueness</a:t>
            </a:r>
            <a:endParaRPr lang="en-IN" sz="28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D65F54F-855A-0DB6-09A6-3212C5F7405B}"/>
              </a:ext>
            </a:extLst>
          </p:cNvPr>
          <p:cNvSpPr txBox="1"/>
          <p:nvPr/>
        </p:nvSpPr>
        <p:spPr>
          <a:xfrm>
            <a:off x="694944" y="822960"/>
            <a:ext cx="11301984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sz="2000" dirty="0"/>
          </a:p>
          <a:p>
            <a:r>
              <a:rPr lang="en-IN" sz="2000" b="1" dirty="0"/>
              <a:t>Hybrid ML + Agentic Workflow:</a:t>
            </a:r>
            <a:r>
              <a:rPr lang="en-IN" sz="2000" dirty="0"/>
              <a:t> Merges high-speed tabular ML inference with deep contextual LLM reasoning . </a:t>
            </a:r>
          </a:p>
          <a:p>
            <a:endParaRPr lang="en-IN" sz="2000" dirty="0"/>
          </a:p>
          <a:p>
            <a:r>
              <a:rPr lang="en-IN" sz="2000" b="1" dirty="0"/>
              <a:t>Zero-Lag Autonomous Defence:</a:t>
            </a:r>
            <a:r>
              <a:rPr lang="en-IN" sz="2000" dirty="0"/>
              <a:t> Reduces Mean Time to Respond (MTTR) from hours to sub-second automated firewall policy generation.</a:t>
            </a:r>
          </a:p>
          <a:p>
            <a:r>
              <a:rPr lang="en-IN" sz="2000" dirty="0"/>
              <a:t> </a:t>
            </a:r>
          </a:p>
          <a:p>
            <a:r>
              <a:rPr lang="en-IN" sz="2000" b="1" dirty="0"/>
              <a:t>Grounded Compliance via RAG:</a:t>
            </a:r>
            <a:r>
              <a:rPr lang="en-IN" sz="2000" dirty="0"/>
              <a:t> Eliminates hallucinated security advice by binding LLM outputs strictly to standardized MITRE ATT&amp;CK frameworks and CVE repositories. </a:t>
            </a:r>
          </a:p>
          <a:p>
            <a:endParaRPr lang="en-IN" sz="2000" dirty="0"/>
          </a:p>
          <a:p>
            <a:r>
              <a:rPr lang="en-IN" sz="2000" b="1" dirty="0"/>
              <a:t>Real-Time Feedback Loop</a:t>
            </a:r>
            <a:r>
              <a:rPr lang="en-IN" sz="2000" dirty="0"/>
              <a:t> – Continuously adapts recommendations based on daily food logs and user </a:t>
            </a:r>
            <a:r>
              <a:rPr lang="en-IN" sz="2000" dirty="0" err="1"/>
              <a:t>behavioor</a:t>
            </a:r>
            <a:r>
              <a:rPr lang="en-IN" sz="2000" dirty="0"/>
              <a:t>. </a:t>
            </a:r>
          </a:p>
          <a:p>
            <a:endParaRPr lang="en-IN" sz="2000" dirty="0"/>
          </a:p>
          <a:p>
            <a:r>
              <a:rPr lang="en-IN" sz="2000" b="1" dirty="0"/>
              <a:t>Enterprise-Grade Guardrails:</a:t>
            </a:r>
            <a:r>
              <a:rPr lang="en-IN" sz="2000" dirty="0"/>
              <a:t> Directly incorporates Granite Guardian to preserve uptime and prevent self-inflicted network denial-of-service. </a:t>
            </a:r>
          </a:p>
          <a:p>
            <a:endParaRPr lang="en-IN" sz="2000" dirty="0"/>
          </a:p>
          <a:p>
            <a:r>
              <a:rPr lang="en-IN" sz="2000" b="1" dirty="0"/>
              <a:t>Actionable Output:</a:t>
            </a:r>
            <a:r>
              <a:rPr lang="en-IN" sz="2000" dirty="0"/>
              <a:t> Doesn't just detect threats; it writes the exact </a:t>
            </a:r>
            <a:r>
              <a:rPr lang="en-IN" dirty="0"/>
              <a:t>iptables</a:t>
            </a:r>
            <a:r>
              <a:rPr lang="en-IN" sz="2000" dirty="0"/>
              <a:t> code required to stop them.</a:t>
            </a:r>
          </a:p>
        </p:txBody>
      </p:sp>
    </p:spTree>
    <p:extLst>
      <p:ext uri="{BB962C8B-B14F-4D97-AF65-F5344CB8AC3E}">
        <p14:creationId xmlns:p14="http://schemas.microsoft.com/office/powerpoint/2010/main" val="23252822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7BB3C0CA-2F24-30DF-1D65-4440B864F0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187EEB9C-2E84-113A-3CE6-1507BF5B039F}"/>
              </a:ext>
            </a:extLst>
          </p:cNvPr>
          <p:cNvSpPr/>
          <p:nvPr/>
        </p:nvSpPr>
        <p:spPr>
          <a:xfrm>
            <a:off x="1218724" y="420729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>
                <a:sym typeface="Times New Roman"/>
              </a:rPr>
              <a:t>Git Hub Link</a:t>
            </a:r>
            <a:endParaRPr sz="2400" b="1">
              <a:sym typeface="Times New Roman"/>
            </a:endParaRPr>
          </a:p>
        </p:txBody>
      </p:sp>
      <p:sp>
        <p:nvSpPr>
          <p:cNvPr id="279" name="Google Shape;279;p18">
            <a:extLst>
              <a:ext uri="{FF2B5EF4-FFF2-40B4-BE49-F238E27FC236}">
                <a16:creationId xmlns:a16="http://schemas.microsoft.com/office/drawing/2014/main" id="{3711AF54-94A6-B837-31EF-9A8C4ECB9AF6}"/>
              </a:ext>
            </a:extLst>
          </p:cNvPr>
          <p:cNvSpPr/>
          <p:nvPr/>
        </p:nvSpPr>
        <p:spPr>
          <a:xfrm>
            <a:off x="1218724" y="1153712"/>
            <a:ext cx="9214580" cy="427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62162"/>
              </a:lnSpc>
              <a:buClr>
                <a:srgbClr val="2B3541"/>
              </a:buClr>
              <a:buSzPts val="1850"/>
            </a:pPr>
            <a:r>
              <a:rPr lang="en-US" sz="1850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https://github.com/const-ayush57/NIDS-SOC-Agent- 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E228982D-BF81-530A-CBA1-E897A3CA8EF7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7BC356B8-92F8-3187-D065-667AACF68E72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1558A011-60D6-B010-6117-1B9F7C786B2B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0404122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6FA0F82B-7EE5-EAB0-F470-130BDAC82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0668C6FD-577A-7288-5642-1AFC22BD04F2}"/>
              </a:ext>
            </a:extLst>
          </p:cNvPr>
          <p:cNvSpPr/>
          <p:nvPr/>
        </p:nvSpPr>
        <p:spPr>
          <a:xfrm>
            <a:off x="999268" y="317281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800" b="1" dirty="0">
                <a:sym typeface="Times New Roman"/>
              </a:rPr>
              <a:t>Future Scope </a:t>
            </a:r>
            <a:endParaRPr sz="2800" b="1" dirty="0">
              <a:sym typeface="Times New Roman"/>
            </a:endParaRPr>
          </a:p>
        </p:txBody>
      </p:sp>
      <p:sp>
        <p:nvSpPr>
          <p:cNvPr id="279" name="Google Shape;279;p18">
            <a:extLst>
              <a:ext uri="{FF2B5EF4-FFF2-40B4-BE49-F238E27FC236}">
                <a16:creationId xmlns:a16="http://schemas.microsoft.com/office/drawing/2014/main" id="{EAFA16CB-0A72-5AC5-69A0-ABF4A752B43F}"/>
              </a:ext>
            </a:extLst>
          </p:cNvPr>
          <p:cNvSpPr/>
          <p:nvPr/>
        </p:nvSpPr>
        <p:spPr>
          <a:xfrm>
            <a:off x="999268" y="1044263"/>
            <a:ext cx="9214580" cy="55675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buClr>
                <a:srgbClr val="2B3541"/>
              </a:buClr>
              <a:buSzPts val="1850"/>
            </a:pPr>
            <a:r>
              <a:rPr lang="en-US" sz="2000" b="1" i="0" u="none" strike="noStrike" cap="none" dirty="0">
                <a:solidFill>
                  <a:srgbClr val="2B3541"/>
                </a:solidFill>
                <a:latin typeface="+mn-lt"/>
                <a:ea typeface="Times New Roman"/>
                <a:cs typeface="Times New Roman"/>
                <a:sym typeface="Times New Roman"/>
              </a:rPr>
              <a:t>1</a:t>
            </a:r>
            <a:r>
              <a:rPr lang="en-US" sz="2000" b="1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r>
              <a:rPr lang="en-IN" sz="2000" dirty="0"/>
              <a:t> </a:t>
            </a:r>
            <a:r>
              <a:rPr lang="en-IN" sz="2000" b="1" dirty="0"/>
              <a:t>Direct SIEM/SOAR Ingestion -</a:t>
            </a:r>
            <a:endParaRPr lang="en-US" sz="2000" i="0" u="none" strike="noStrike" cap="none" dirty="0">
              <a:solidFill>
                <a:srgbClr val="2B354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lvl="0">
              <a:buClr>
                <a:srgbClr val="2B3541"/>
              </a:buClr>
              <a:buSzPts val="1850"/>
            </a:pPr>
            <a:r>
              <a:rPr lang="en-IN" sz="2000" dirty="0"/>
              <a:t>Direct API connectors to enterprise security tools like IBM </a:t>
            </a:r>
            <a:r>
              <a:rPr lang="en-IN" sz="2000" dirty="0" err="1"/>
              <a:t>QRadar</a:t>
            </a:r>
            <a:r>
              <a:rPr lang="en-IN" sz="2000" dirty="0"/>
              <a:t>, Splunk, and Microsoft Sentinel for real-time live packet streaming</a:t>
            </a:r>
          </a:p>
          <a:p>
            <a:pPr lvl="0">
              <a:buClr>
                <a:srgbClr val="2B3541"/>
              </a:buClr>
              <a:buSzPts val="1850"/>
            </a:pPr>
            <a:endParaRPr lang="en-US" sz="2000" b="0" i="0" u="none" strike="noStrike" cap="none" dirty="0">
              <a:solidFill>
                <a:srgbClr val="2B354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lvl="0">
              <a:buClr>
                <a:srgbClr val="2B3541"/>
              </a:buClr>
              <a:buSzPts val="1850"/>
            </a:pPr>
            <a:r>
              <a:rPr lang="en-US" sz="2000" b="1" dirty="0">
                <a:solidFill>
                  <a:srgbClr val="2B3541"/>
                </a:solidFill>
                <a:latin typeface="+mn-lt"/>
                <a:ea typeface="Times New Roman"/>
                <a:cs typeface="Times New Roman"/>
                <a:sym typeface="Times New Roman"/>
              </a:rPr>
              <a:t>2</a:t>
            </a:r>
            <a:r>
              <a:rPr lang="en-US" sz="2000" b="1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r>
              <a:rPr lang="en-IN" sz="2000" dirty="0"/>
              <a:t> </a:t>
            </a:r>
            <a:r>
              <a:rPr lang="en-IN" sz="2000" b="1" dirty="0"/>
              <a:t>Decoupled Edge Deployment -</a:t>
            </a:r>
            <a:endParaRPr lang="en-US" sz="2000" i="0" u="none" strike="noStrike" cap="none" dirty="0">
              <a:solidFill>
                <a:srgbClr val="2B354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lvl="0">
              <a:buClr>
                <a:srgbClr val="2B3541"/>
              </a:buClr>
              <a:buSzPts val="1850"/>
            </a:pPr>
            <a:r>
              <a:rPr lang="en-IN" sz="2000" dirty="0"/>
              <a:t>Porting lightweight quantized Granite models to local edge gateways and offline intranet nodes using localized SQLite rule stores for air-gapped environments</a:t>
            </a:r>
          </a:p>
          <a:p>
            <a:pPr lvl="0">
              <a:buClr>
                <a:srgbClr val="2B3541"/>
              </a:buClr>
              <a:buSzPts val="1850"/>
            </a:pPr>
            <a:endParaRPr lang="en-IN" sz="20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lvl="0">
              <a:buClr>
                <a:srgbClr val="2B3541"/>
              </a:buClr>
              <a:buSzPts val="1850"/>
            </a:pPr>
            <a:r>
              <a:rPr lang="en-IN" sz="2000" b="1" dirty="0">
                <a:latin typeface="+mn-lt"/>
                <a:ea typeface="Times New Roman"/>
                <a:cs typeface="Times New Roman"/>
                <a:sym typeface="Times New Roman"/>
              </a:rPr>
              <a:t>3</a:t>
            </a:r>
            <a:r>
              <a:rPr lang="en-IN" sz="2000" dirty="0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r>
              <a:rPr lang="en-IN" sz="2000" dirty="0"/>
              <a:t> </a:t>
            </a:r>
            <a:r>
              <a:rPr lang="en-IN" sz="2000" b="1" dirty="0"/>
              <a:t>Automated PCAP Forensics -</a:t>
            </a:r>
            <a:endParaRPr lang="en-IN" sz="2000" b="1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lvl="0">
              <a:buClr>
                <a:srgbClr val="2B3541"/>
              </a:buClr>
              <a:buSzPts val="1850"/>
            </a:pPr>
            <a:r>
              <a:rPr lang="en-IN" sz="2000" dirty="0"/>
              <a:t>Expanding agent capabilities to ingest raw .</a:t>
            </a:r>
            <a:r>
              <a:rPr lang="en-IN" sz="2000" dirty="0" err="1"/>
              <a:t>pcap</a:t>
            </a:r>
            <a:r>
              <a:rPr lang="en-IN" sz="2000" dirty="0"/>
              <a:t> binary captures, reconstruct TCP streams, and perform automated binary payload inspection.</a:t>
            </a:r>
            <a:br>
              <a:rPr lang="en-IN" sz="2000" dirty="0"/>
            </a:br>
            <a:endParaRPr lang="en-IN" sz="2000" dirty="0"/>
          </a:p>
          <a:p>
            <a:pPr lvl="0">
              <a:buClr>
                <a:srgbClr val="2B3541"/>
              </a:buClr>
              <a:buSzPts val="1850"/>
            </a:pPr>
            <a:r>
              <a:rPr lang="en-IN" sz="2000" b="1" dirty="0"/>
              <a:t>4.Database Integration:</a:t>
            </a:r>
            <a:r>
              <a:rPr lang="en-IN" sz="2000" dirty="0"/>
              <a:t> Connect to a time-series database or MongoDB to store historical threat classifications and visualize long-term network attack trends on a comprehensive React/Node.js web dashboard.</a:t>
            </a:r>
          </a:p>
          <a:p>
            <a:pPr lvl="0">
              <a:buClr>
                <a:srgbClr val="2B3541"/>
              </a:buClr>
              <a:buSzPts val="1850"/>
            </a:pPr>
            <a:br>
              <a:rPr lang="en-IN" sz="2000" dirty="0"/>
            </a:br>
            <a:r>
              <a:rPr lang="en-IN" sz="2000" b="1" dirty="0"/>
              <a:t>5.Automated Execution:</a:t>
            </a:r>
            <a:r>
              <a:rPr lang="en-IN" sz="2000" dirty="0"/>
              <a:t> Wrap the validated firewall scripts in </a:t>
            </a:r>
            <a:r>
              <a:rPr lang="en-IN" dirty="0"/>
              <a:t>subprocess</a:t>
            </a:r>
            <a:r>
              <a:rPr lang="en-IN" sz="2000" dirty="0"/>
              <a:t> modules to automatically execute the blocking rules on the host OS or border gateway without human intervention.</a:t>
            </a:r>
            <a:endParaRPr sz="20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B888011B-E4AC-77DB-4A60-BE2C891C49F5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91F05971-9256-10B5-6575-4E7C679C6DAA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F1C3EBC2-438F-C150-9ABF-F14321C2CC5C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7400284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F1C7BCA-5DD7-F4D3-A937-D1C56976DA01}"/>
              </a:ext>
            </a:extLst>
          </p:cNvPr>
          <p:cNvSpPr txBox="1"/>
          <p:nvPr/>
        </p:nvSpPr>
        <p:spPr>
          <a:xfrm>
            <a:off x="327949" y="207380"/>
            <a:ext cx="6096000" cy="6771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/>
              <a:t>Certificates Earned:</a:t>
            </a:r>
          </a:p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837D5EE-379B-FDC5-0854-8AC81D31FADF}"/>
              </a:ext>
            </a:extLst>
          </p:cNvPr>
          <p:cNvSpPr txBox="1"/>
          <p:nvPr/>
        </p:nvSpPr>
        <p:spPr>
          <a:xfrm>
            <a:off x="552048" y="690061"/>
            <a:ext cx="11453139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/>
              <a:t>Please  add your </a:t>
            </a:r>
            <a:r>
              <a:rPr lang="en-US" sz="2400" b="1" dirty="0" err="1"/>
              <a:t>credly</a:t>
            </a:r>
            <a:r>
              <a:rPr lang="en-US" sz="2400" b="1" dirty="0"/>
              <a:t> certificate(Getting Started with Artificial Intelligence)  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ED120EB-4E62-26AE-0A6F-47522DC410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6856" y="1151726"/>
            <a:ext cx="7333129" cy="56665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348271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A8544A9-CF92-3FAF-D3EE-31DF90F7A64D}"/>
              </a:ext>
            </a:extLst>
          </p:cNvPr>
          <p:cNvSpPr txBox="1"/>
          <p:nvPr/>
        </p:nvSpPr>
        <p:spPr>
          <a:xfrm>
            <a:off x="176696" y="226391"/>
            <a:ext cx="6096000" cy="6771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i="0" u="none" strike="noStrike" baseline="0">
                <a:solidFill>
                  <a:srgbClr val="000000"/>
                </a:solidFill>
                <a:latin typeface="Arial"/>
              </a:rPr>
              <a:t>Certificates Earned:</a:t>
            </a:r>
            <a:r>
              <a:rPr sz="24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​</a:t>
            </a:r>
            <a:endParaRPr lang="en-US"/>
          </a:p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0D36B1A-26C2-CD55-1032-4CB5E4EDF305}"/>
              </a:ext>
            </a:extLst>
          </p:cNvPr>
          <p:cNvSpPr txBox="1"/>
          <p:nvPr/>
        </p:nvSpPr>
        <p:spPr>
          <a:xfrm>
            <a:off x="496843" y="800470"/>
            <a:ext cx="5437681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/>
              <a:t>Add your IBM BOB Certificate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8B8983B-03E5-7FEA-7AD6-916D82CCB7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5193" y="1200581"/>
            <a:ext cx="8403253" cy="5657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517770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0" name="Google Shape;310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2190302"/>
            <a:ext cx="12192000" cy="247739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401373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449</TotalTime>
  <Words>1094</Words>
  <Application>Microsoft Office PowerPoint</Application>
  <PresentationFormat>Widescreen</PresentationFormat>
  <Paragraphs>120</Paragraphs>
  <Slides>19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Calibri</vt:lpstr>
      <vt:lpstr>Times New Roman</vt:lpstr>
      <vt:lpstr>Office Theme</vt:lpstr>
      <vt:lpstr>IBM University Engagement Project Submission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Manda Anirudh</dc:creator>
  <cp:lastModifiedBy>ayush kumar</cp:lastModifiedBy>
  <cp:revision>6</cp:revision>
  <dcterms:created xsi:type="dcterms:W3CDTF">2025-07-08T05:06:56Z</dcterms:created>
  <dcterms:modified xsi:type="dcterms:W3CDTF">2026-09-11T11:21:38Z</dcterms:modified>
</cp:coreProperties>
</file>